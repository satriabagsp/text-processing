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264" r:id="rId2"/>
    <p:sldId id="276" r:id="rId3"/>
    <p:sldId id="282" r:id="rId4"/>
    <p:sldId id="284" r:id="rId5"/>
    <p:sldId id="303" r:id="rId6"/>
    <p:sldId id="293" r:id="rId7"/>
    <p:sldId id="304" r:id="rId8"/>
    <p:sldId id="281" r:id="rId9"/>
    <p:sldId id="294" r:id="rId10"/>
    <p:sldId id="283" r:id="rId11"/>
    <p:sldId id="286" r:id="rId12"/>
    <p:sldId id="280" r:id="rId13"/>
    <p:sldId id="298" r:id="rId14"/>
    <p:sldId id="295" r:id="rId15"/>
    <p:sldId id="299" r:id="rId16"/>
    <p:sldId id="296" r:id="rId17"/>
    <p:sldId id="297" r:id="rId18"/>
    <p:sldId id="300" r:id="rId19"/>
    <p:sldId id="302" r:id="rId20"/>
    <p:sldId id="292" r:id="rId21"/>
    <p:sldId id="274" r:id="rId22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pos="3839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F1C32D-E2DE-4C74-9DF9-578BE193616A}" v="71" dt="2024-01-02T08:02:16.473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280" autoAdjust="0"/>
  </p:normalViewPr>
  <p:slideViewPr>
    <p:cSldViewPr showGuides="1">
      <p:cViewPr varScale="1">
        <p:scale>
          <a:sx n="79" d="100"/>
          <a:sy n="79" d="100"/>
        </p:scale>
        <p:origin x="773" y="72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ria Bagus Panuntun" userId="d5a7695d3f1b62ef" providerId="LiveId" clId="{3BF1C32D-E2DE-4C74-9DF9-578BE193616A}"/>
    <pc:docChg chg="undo custSel addSld delSld modSld sldOrd">
      <pc:chgData name="Satria Bagus Panuntun" userId="d5a7695d3f1b62ef" providerId="LiveId" clId="{3BF1C32D-E2DE-4C74-9DF9-578BE193616A}" dt="2024-01-02T08:02:46.106" v="512" actId="47"/>
      <pc:docMkLst>
        <pc:docMk/>
      </pc:docMkLst>
      <pc:sldChg chg="modSp mod">
        <pc:chgData name="Satria Bagus Panuntun" userId="d5a7695d3f1b62ef" providerId="LiveId" clId="{3BF1C32D-E2DE-4C74-9DF9-578BE193616A}" dt="2024-01-02T02:47:10.609" v="33" actId="20577"/>
        <pc:sldMkLst>
          <pc:docMk/>
          <pc:sldMk cId="3650340329" sldId="264"/>
        </pc:sldMkLst>
        <pc:spChg chg="mod">
          <ac:chgData name="Satria Bagus Panuntun" userId="d5a7695d3f1b62ef" providerId="LiveId" clId="{3BF1C32D-E2DE-4C74-9DF9-578BE193616A}" dt="2024-01-02T02:46:51.579" v="19" actId="20577"/>
          <ac:spMkLst>
            <pc:docMk/>
            <pc:sldMk cId="3650340329" sldId="264"/>
            <ac:spMk id="2" creationId="{00000000-0000-0000-0000-000000000000}"/>
          </ac:spMkLst>
        </pc:spChg>
        <pc:spChg chg="mod">
          <ac:chgData name="Satria Bagus Panuntun" userId="d5a7695d3f1b62ef" providerId="LiveId" clId="{3BF1C32D-E2DE-4C74-9DF9-578BE193616A}" dt="2024-01-02T02:47:10.609" v="33" actId="20577"/>
          <ac:spMkLst>
            <pc:docMk/>
            <pc:sldMk cId="3650340329" sldId="264"/>
            <ac:spMk id="3" creationId="{00000000-0000-0000-0000-000000000000}"/>
          </ac:spMkLst>
        </pc:spChg>
      </pc:sldChg>
      <pc:sldChg chg="modSp mod">
        <pc:chgData name="Satria Bagus Panuntun" userId="d5a7695d3f1b62ef" providerId="LiveId" clId="{3BF1C32D-E2DE-4C74-9DF9-578BE193616A}" dt="2024-01-02T08:00:58.350" v="495" actId="20577"/>
        <pc:sldMkLst>
          <pc:docMk/>
          <pc:sldMk cId="711182959" sldId="276"/>
        </pc:sldMkLst>
        <pc:spChg chg="mod">
          <ac:chgData name="Satria Bagus Panuntun" userId="d5a7695d3f1b62ef" providerId="LiveId" clId="{3BF1C32D-E2DE-4C74-9DF9-578BE193616A}" dt="2024-01-02T08:00:58.350" v="495" actId="20577"/>
          <ac:spMkLst>
            <pc:docMk/>
            <pc:sldMk cId="711182959" sldId="276"/>
            <ac:spMk id="14" creationId="{00000000-0000-0000-0000-000000000000}"/>
          </ac:spMkLst>
        </pc:spChg>
      </pc:sldChg>
      <pc:sldChg chg="addSp delSp modSp mod">
        <pc:chgData name="Satria Bagus Panuntun" userId="d5a7695d3f1b62ef" providerId="LiveId" clId="{3BF1C32D-E2DE-4C74-9DF9-578BE193616A}" dt="2024-01-02T07:24:47.228" v="264" actId="478"/>
        <pc:sldMkLst>
          <pc:docMk/>
          <pc:sldMk cId="1750688946" sldId="280"/>
        </pc:sldMkLst>
        <pc:spChg chg="mod">
          <ac:chgData name="Satria Bagus Panuntun" userId="d5a7695d3f1b62ef" providerId="LiveId" clId="{3BF1C32D-E2DE-4C74-9DF9-578BE193616A}" dt="2024-01-02T04:35:36.610" v="192" actId="20577"/>
          <ac:spMkLst>
            <pc:docMk/>
            <pc:sldMk cId="1750688946" sldId="280"/>
            <ac:spMk id="2" creationId="{00000000-0000-0000-0000-000000000000}"/>
          </ac:spMkLst>
        </pc:spChg>
        <pc:spChg chg="del">
          <ac:chgData name="Satria Bagus Panuntun" userId="d5a7695d3f1b62ef" providerId="LiveId" clId="{3BF1C32D-E2DE-4C74-9DF9-578BE193616A}" dt="2024-01-02T04:35:44.968" v="193" actId="478"/>
          <ac:spMkLst>
            <pc:docMk/>
            <pc:sldMk cId="1750688946" sldId="280"/>
            <ac:spMk id="3" creationId="{00000000-0000-0000-0000-000000000000}"/>
          </ac:spMkLst>
        </pc:spChg>
        <pc:spChg chg="del">
          <ac:chgData name="Satria Bagus Panuntun" userId="d5a7695d3f1b62ef" providerId="LiveId" clId="{3BF1C32D-E2DE-4C74-9DF9-578BE193616A}" dt="2024-01-02T04:35:48.890" v="195" actId="478"/>
          <ac:spMkLst>
            <pc:docMk/>
            <pc:sldMk cId="1750688946" sldId="280"/>
            <ac:spMk id="5" creationId="{720D8E75-2BC6-BCB2-432E-E530E9DCB857}"/>
          </ac:spMkLst>
        </pc:spChg>
        <pc:spChg chg="add del mod">
          <ac:chgData name="Satria Bagus Panuntun" userId="d5a7695d3f1b62ef" providerId="LiveId" clId="{3BF1C32D-E2DE-4C74-9DF9-578BE193616A}" dt="2024-01-02T04:35:47.416" v="194" actId="478"/>
          <ac:spMkLst>
            <pc:docMk/>
            <pc:sldMk cId="1750688946" sldId="280"/>
            <ac:spMk id="6" creationId="{68AFDFE1-324E-CF48-93B8-68D427A49414}"/>
          </ac:spMkLst>
        </pc:spChg>
        <pc:picChg chg="add del">
          <ac:chgData name="Satria Bagus Panuntun" userId="d5a7695d3f1b62ef" providerId="LiveId" clId="{3BF1C32D-E2DE-4C74-9DF9-578BE193616A}" dt="2024-01-02T07:24:47.228" v="264" actId="478"/>
          <ac:picMkLst>
            <pc:docMk/>
            <pc:sldMk cId="1750688946" sldId="280"/>
            <ac:picMk id="4" creationId="{AEFCBBF3-43D8-7B65-4309-8952F12B353B}"/>
          </ac:picMkLst>
        </pc:picChg>
        <pc:picChg chg="add mod">
          <ac:chgData name="Satria Bagus Panuntun" userId="d5a7695d3f1b62ef" providerId="LiveId" clId="{3BF1C32D-E2DE-4C74-9DF9-578BE193616A}" dt="2024-01-02T04:36:06.822" v="199" actId="1076"/>
          <ac:picMkLst>
            <pc:docMk/>
            <pc:sldMk cId="1750688946" sldId="280"/>
            <ac:picMk id="8" creationId="{801CF41D-FBCB-AFFE-9F0E-868D490AC1C8}"/>
          </ac:picMkLst>
        </pc:picChg>
      </pc:sldChg>
      <pc:sldChg chg="modSp mod">
        <pc:chgData name="Satria Bagus Panuntun" userId="d5a7695d3f1b62ef" providerId="LiveId" clId="{3BF1C32D-E2DE-4C74-9DF9-578BE193616A}" dt="2024-01-02T03:39:44.071" v="118"/>
        <pc:sldMkLst>
          <pc:docMk/>
          <pc:sldMk cId="3347619229" sldId="281"/>
        </pc:sldMkLst>
        <pc:spChg chg="mod">
          <ac:chgData name="Satria Bagus Panuntun" userId="d5a7695d3f1b62ef" providerId="LiveId" clId="{3BF1C32D-E2DE-4C74-9DF9-578BE193616A}" dt="2024-01-02T03:38:43.857" v="105"/>
          <ac:spMkLst>
            <pc:docMk/>
            <pc:sldMk cId="3347619229" sldId="281"/>
            <ac:spMk id="2" creationId="{00000000-0000-0000-0000-000000000000}"/>
          </ac:spMkLst>
        </pc:spChg>
        <pc:spChg chg="mod">
          <ac:chgData name="Satria Bagus Panuntun" userId="d5a7695d3f1b62ef" providerId="LiveId" clId="{3BF1C32D-E2DE-4C74-9DF9-578BE193616A}" dt="2024-01-02T03:39:44.071" v="118"/>
          <ac:spMkLst>
            <pc:docMk/>
            <pc:sldMk cId="3347619229" sldId="281"/>
            <ac:spMk id="4" creationId="{0D43B769-88B3-4B02-A65F-028138165696}"/>
          </ac:spMkLst>
        </pc:spChg>
      </pc:sldChg>
      <pc:sldChg chg="modSp mod">
        <pc:chgData name="Satria Bagus Panuntun" userId="d5a7695d3f1b62ef" providerId="LiveId" clId="{3BF1C32D-E2DE-4C74-9DF9-578BE193616A}" dt="2024-01-02T03:50:01.878" v="139" actId="20577"/>
        <pc:sldMkLst>
          <pc:docMk/>
          <pc:sldMk cId="1293529727" sldId="283"/>
        </pc:sldMkLst>
        <pc:spChg chg="mod">
          <ac:chgData name="Satria Bagus Panuntun" userId="d5a7695d3f1b62ef" providerId="LiveId" clId="{3BF1C32D-E2DE-4C74-9DF9-578BE193616A}" dt="2024-01-02T03:50:01.878" v="139" actId="20577"/>
          <ac:spMkLst>
            <pc:docMk/>
            <pc:sldMk cId="1293529727" sldId="283"/>
            <ac:spMk id="2" creationId="{00000000-0000-0000-0000-000000000000}"/>
          </ac:spMkLst>
        </pc:spChg>
      </pc:sldChg>
      <pc:sldChg chg="addSp modSp mod modAnim">
        <pc:chgData name="Satria Bagus Panuntun" userId="d5a7695d3f1b62ef" providerId="LiveId" clId="{3BF1C32D-E2DE-4C74-9DF9-578BE193616A}" dt="2024-01-02T07:55:18.363" v="424"/>
        <pc:sldMkLst>
          <pc:docMk/>
          <pc:sldMk cId="331909656" sldId="284"/>
        </pc:sldMkLst>
        <pc:spChg chg="mod">
          <ac:chgData name="Satria Bagus Panuntun" userId="d5a7695d3f1b62ef" providerId="LiveId" clId="{3BF1C32D-E2DE-4C74-9DF9-578BE193616A}" dt="2024-01-02T03:32:23.868" v="78" actId="20577"/>
          <ac:spMkLst>
            <pc:docMk/>
            <pc:sldMk cId="331909656" sldId="284"/>
            <ac:spMk id="2" creationId="{00000000-0000-0000-0000-000000000000}"/>
          </ac:spMkLst>
        </pc:spChg>
        <pc:spChg chg="mod">
          <ac:chgData name="Satria Bagus Panuntun" userId="d5a7695d3f1b62ef" providerId="LiveId" clId="{3BF1C32D-E2DE-4C74-9DF9-578BE193616A}" dt="2024-01-02T03:32:33.776" v="81"/>
          <ac:spMkLst>
            <pc:docMk/>
            <pc:sldMk cId="331909656" sldId="284"/>
            <ac:spMk id="4" creationId="{0D43B769-88B3-4B02-A65F-028138165696}"/>
          </ac:spMkLst>
        </pc:spChg>
        <pc:picChg chg="add mod">
          <ac:chgData name="Satria Bagus Panuntun" userId="d5a7695d3f1b62ef" providerId="LiveId" clId="{3BF1C32D-E2DE-4C74-9DF9-578BE193616A}" dt="2024-01-02T07:55:14.078" v="423" actId="1076"/>
          <ac:picMkLst>
            <pc:docMk/>
            <pc:sldMk cId="331909656" sldId="284"/>
            <ac:picMk id="5" creationId="{F922F756-5E50-881D-1BED-3F8EED6C90B2}"/>
          </ac:picMkLst>
        </pc:picChg>
      </pc:sldChg>
      <pc:sldChg chg="addSp delSp modSp mod">
        <pc:chgData name="Satria Bagus Panuntun" userId="d5a7695d3f1b62ef" providerId="LiveId" clId="{3BF1C32D-E2DE-4C74-9DF9-578BE193616A}" dt="2024-01-02T04:35:13.836" v="178" actId="1076"/>
        <pc:sldMkLst>
          <pc:docMk/>
          <pc:sldMk cId="4287267101" sldId="286"/>
        </pc:sldMkLst>
        <pc:spChg chg="mod">
          <ac:chgData name="Satria Bagus Panuntun" userId="d5a7695d3f1b62ef" providerId="LiveId" clId="{3BF1C32D-E2DE-4C74-9DF9-578BE193616A}" dt="2024-01-02T03:50:07.341" v="153" actId="20577"/>
          <ac:spMkLst>
            <pc:docMk/>
            <pc:sldMk cId="4287267101" sldId="286"/>
            <ac:spMk id="2" creationId="{00000000-0000-0000-0000-000000000000}"/>
          </ac:spMkLst>
        </pc:spChg>
        <pc:spChg chg="del mod">
          <ac:chgData name="Satria Bagus Panuntun" userId="d5a7695d3f1b62ef" providerId="LiveId" clId="{3BF1C32D-E2DE-4C74-9DF9-578BE193616A}" dt="2024-01-02T04:35:06.075" v="174" actId="478"/>
          <ac:spMkLst>
            <pc:docMk/>
            <pc:sldMk cId="4287267101" sldId="286"/>
            <ac:spMk id="4" creationId="{0D43B769-88B3-4B02-A65F-028138165696}"/>
          </ac:spMkLst>
        </pc:spChg>
        <pc:spChg chg="add del mod">
          <ac:chgData name="Satria Bagus Panuntun" userId="d5a7695d3f1b62ef" providerId="LiveId" clId="{3BF1C32D-E2DE-4C74-9DF9-578BE193616A}" dt="2024-01-02T04:35:07.696" v="176" actId="478"/>
          <ac:spMkLst>
            <pc:docMk/>
            <pc:sldMk cId="4287267101" sldId="286"/>
            <ac:spMk id="5" creationId="{574402EE-5388-F2E4-2860-7BCF34300CB6}"/>
          </ac:spMkLst>
        </pc:spChg>
        <pc:picChg chg="add mod">
          <ac:chgData name="Satria Bagus Panuntun" userId="d5a7695d3f1b62ef" providerId="LiveId" clId="{3BF1C32D-E2DE-4C74-9DF9-578BE193616A}" dt="2024-01-02T04:35:13.836" v="178" actId="1076"/>
          <ac:picMkLst>
            <pc:docMk/>
            <pc:sldMk cId="4287267101" sldId="286"/>
            <ac:picMk id="7" creationId="{3526F56A-C571-420B-1CE3-DC5DD7B17256}"/>
          </ac:picMkLst>
        </pc:picChg>
      </pc:sldChg>
      <pc:sldChg chg="del">
        <pc:chgData name="Satria Bagus Panuntun" userId="d5a7695d3f1b62ef" providerId="LiveId" clId="{3BF1C32D-E2DE-4C74-9DF9-578BE193616A}" dt="2024-01-02T07:52:33.496" v="357" actId="47"/>
        <pc:sldMkLst>
          <pc:docMk/>
          <pc:sldMk cId="2795059754" sldId="288"/>
        </pc:sldMkLst>
      </pc:sldChg>
      <pc:sldChg chg="del">
        <pc:chgData name="Satria Bagus Panuntun" userId="d5a7695d3f1b62ef" providerId="LiveId" clId="{3BF1C32D-E2DE-4C74-9DF9-578BE193616A}" dt="2024-01-02T07:52:34.150" v="358" actId="47"/>
        <pc:sldMkLst>
          <pc:docMk/>
          <pc:sldMk cId="788340460" sldId="289"/>
        </pc:sldMkLst>
      </pc:sldChg>
      <pc:sldChg chg="del">
        <pc:chgData name="Satria Bagus Panuntun" userId="d5a7695d3f1b62ef" providerId="LiveId" clId="{3BF1C32D-E2DE-4C74-9DF9-578BE193616A}" dt="2024-01-02T07:52:34.892" v="359" actId="47"/>
        <pc:sldMkLst>
          <pc:docMk/>
          <pc:sldMk cId="149789643" sldId="290"/>
        </pc:sldMkLst>
      </pc:sldChg>
      <pc:sldChg chg="add del">
        <pc:chgData name="Satria Bagus Panuntun" userId="d5a7695d3f1b62ef" providerId="LiveId" clId="{3BF1C32D-E2DE-4C74-9DF9-578BE193616A}" dt="2024-01-02T07:52:39.252" v="361" actId="47"/>
        <pc:sldMkLst>
          <pc:docMk/>
          <pc:sldMk cId="4290602556" sldId="291"/>
        </pc:sldMkLst>
      </pc:sldChg>
      <pc:sldChg chg="modSp mod">
        <pc:chgData name="Satria Bagus Panuntun" userId="d5a7695d3f1b62ef" providerId="LiveId" clId="{3BF1C32D-E2DE-4C74-9DF9-578BE193616A}" dt="2024-01-02T07:53:52.019" v="389" actId="20577"/>
        <pc:sldMkLst>
          <pc:docMk/>
          <pc:sldMk cId="3993620355" sldId="292"/>
        </pc:sldMkLst>
        <pc:spChg chg="mod">
          <ac:chgData name="Satria Bagus Panuntun" userId="d5a7695d3f1b62ef" providerId="LiveId" clId="{3BF1C32D-E2DE-4C74-9DF9-578BE193616A}" dt="2024-01-02T07:53:52.019" v="389" actId="20577"/>
          <ac:spMkLst>
            <pc:docMk/>
            <pc:sldMk cId="3993620355" sldId="292"/>
            <ac:spMk id="2" creationId="{00000000-0000-0000-0000-000000000000}"/>
          </ac:spMkLst>
        </pc:spChg>
      </pc:sldChg>
      <pc:sldChg chg="modSp add mod">
        <pc:chgData name="Satria Bagus Panuntun" userId="d5a7695d3f1b62ef" providerId="LiveId" clId="{3BF1C32D-E2DE-4C74-9DF9-578BE193616A}" dt="2024-01-02T03:38:27.995" v="104" actId="113"/>
        <pc:sldMkLst>
          <pc:docMk/>
          <pc:sldMk cId="4029290161" sldId="293"/>
        </pc:sldMkLst>
        <pc:spChg chg="mod">
          <ac:chgData name="Satria Bagus Panuntun" userId="d5a7695d3f1b62ef" providerId="LiveId" clId="{3BF1C32D-E2DE-4C74-9DF9-578BE193616A}" dt="2024-01-02T03:38:06.830" v="94"/>
          <ac:spMkLst>
            <pc:docMk/>
            <pc:sldMk cId="4029290161" sldId="293"/>
            <ac:spMk id="2" creationId="{00000000-0000-0000-0000-000000000000}"/>
          </ac:spMkLst>
        </pc:spChg>
        <pc:spChg chg="mod">
          <ac:chgData name="Satria Bagus Panuntun" userId="d5a7695d3f1b62ef" providerId="LiveId" clId="{3BF1C32D-E2DE-4C74-9DF9-578BE193616A}" dt="2024-01-02T03:38:27.995" v="104" actId="113"/>
          <ac:spMkLst>
            <pc:docMk/>
            <pc:sldMk cId="4029290161" sldId="293"/>
            <ac:spMk id="4" creationId="{0D43B769-88B3-4B02-A65F-028138165696}"/>
          </ac:spMkLst>
        </pc:spChg>
      </pc:sldChg>
      <pc:sldChg chg="addSp delSp modSp add mod">
        <pc:chgData name="Satria Bagus Panuntun" userId="d5a7695d3f1b62ef" providerId="LiveId" clId="{3BF1C32D-E2DE-4C74-9DF9-578BE193616A}" dt="2024-01-02T03:40:18.887" v="125" actId="1076"/>
        <pc:sldMkLst>
          <pc:docMk/>
          <pc:sldMk cId="1544953368" sldId="294"/>
        </pc:sldMkLst>
        <pc:spChg chg="del">
          <ac:chgData name="Satria Bagus Panuntun" userId="d5a7695d3f1b62ef" providerId="LiveId" clId="{3BF1C32D-E2DE-4C74-9DF9-578BE193616A}" dt="2024-01-02T03:39:50.529" v="120" actId="478"/>
          <ac:spMkLst>
            <pc:docMk/>
            <pc:sldMk cId="1544953368" sldId="294"/>
            <ac:spMk id="4" creationId="{0D43B769-88B3-4B02-A65F-028138165696}"/>
          </ac:spMkLst>
        </pc:spChg>
        <pc:spChg chg="add del mod">
          <ac:chgData name="Satria Bagus Panuntun" userId="d5a7695d3f1b62ef" providerId="LiveId" clId="{3BF1C32D-E2DE-4C74-9DF9-578BE193616A}" dt="2024-01-02T03:39:53.839" v="121" actId="478"/>
          <ac:spMkLst>
            <pc:docMk/>
            <pc:sldMk cId="1544953368" sldId="294"/>
            <ac:spMk id="5" creationId="{8F9F235D-B063-E259-60EF-D79089CE55AF}"/>
          </ac:spMkLst>
        </pc:spChg>
        <pc:picChg chg="add mod">
          <ac:chgData name="Satria Bagus Panuntun" userId="d5a7695d3f1b62ef" providerId="LiveId" clId="{3BF1C32D-E2DE-4C74-9DF9-578BE193616A}" dt="2024-01-02T03:40:18.887" v="125" actId="1076"/>
          <ac:picMkLst>
            <pc:docMk/>
            <pc:sldMk cId="1544953368" sldId="294"/>
            <ac:picMk id="7" creationId="{11565A74-407F-4638-0F97-79A0B119D601}"/>
          </ac:picMkLst>
        </pc:picChg>
      </pc:sldChg>
      <pc:sldChg chg="addSp delSp modSp add mod">
        <pc:chgData name="Satria Bagus Panuntun" userId="d5a7695d3f1b62ef" providerId="LiveId" clId="{3BF1C32D-E2DE-4C74-9DF9-578BE193616A}" dt="2024-01-02T04:37:30.929" v="232"/>
        <pc:sldMkLst>
          <pc:docMk/>
          <pc:sldMk cId="2445499347" sldId="295"/>
        </pc:sldMkLst>
        <pc:spChg chg="mod">
          <ac:chgData name="Satria Bagus Panuntun" userId="d5a7695d3f1b62ef" providerId="LiveId" clId="{3BF1C32D-E2DE-4C74-9DF9-578BE193616A}" dt="2024-01-02T04:36:30.160" v="224" actId="20577"/>
          <ac:spMkLst>
            <pc:docMk/>
            <pc:sldMk cId="2445499347" sldId="295"/>
            <ac:spMk id="2" creationId="{00000000-0000-0000-0000-000000000000}"/>
          </ac:spMkLst>
        </pc:spChg>
        <pc:picChg chg="add mod ord">
          <ac:chgData name="Satria Bagus Panuntun" userId="d5a7695d3f1b62ef" providerId="LiveId" clId="{3BF1C32D-E2DE-4C74-9DF9-578BE193616A}" dt="2024-01-02T04:37:00.523" v="230" actId="14100"/>
          <ac:picMkLst>
            <pc:docMk/>
            <pc:sldMk cId="2445499347" sldId="295"/>
            <ac:picMk id="4" creationId="{02EA3906-5946-91CC-A395-5DF57609A8A0}"/>
          </ac:picMkLst>
        </pc:picChg>
        <pc:picChg chg="add del mod">
          <ac:chgData name="Satria Bagus Panuntun" userId="d5a7695d3f1b62ef" providerId="LiveId" clId="{3BF1C32D-E2DE-4C74-9DF9-578BE193616A}" dt="2024-01-02T04:37:30.929" v="232"/>
          <ac:picMkLst>
            <pc:docMk/>
            <pc:sldMk cId="2445499347" sldId="295"/>
            <ac:picMk id="5" creationId="{AA18AB98-A91C-A33E-F6F7-50D9412FE2B0}"/>
          </ac:picMkLst>
        </pc:picChg>
        <pc:picChg chg="del">
          <ac:chgData name="Satria Bagus Panuntun" userId="d5a7695d3f1b62ef" providerId="LiveId" clId="{3BF1C32D-E2DE-4C74-9DF9-578BE193616A}" dt="2024-01-02T04:36:57.739" v="229" actId="478"/>
          <ac:picMkLst>
            <pc:docMk/>
            <pc:sldMk cId="2445499347" sldId="295"/>
            <ac:picMk id="8" creationId="{801CF41D-FBCB-AFFE-9F0E-868D490AC1C8}"/>
          </ac:picMkLst>
        </pc:picChg>
      </pc:sldChg>
      <pc:sldChg chg="addSp delSp modSp add mod">
        <pc:chgData name="Satria Bagus Panuntun" userId="d5a7695d3f1b62ef" providerId="LiveId" clId="{3BF1C32D-E2DE-4C74-9DF9-578BE193616A}" dt="2024-01-02T04:37:49.712" v="248" actId="478"/>
        <pc:sldMkLst>
          <pc:docMk/>
          <pc:sldMk cId="2252559323" sldId="296"/>
        </pc:sldMkLst>
        <pc:spChg chg="mod">
          <ac:chgData name="Satria Bagus Panuntun" userId="d5a7695d3f1b62ef" providerId="LiveId" clId="{3BF1C32D-E2DE-4C74-9DF9-578BE193616A}" dt="2024-01-02T04:37:35.594" v="245" actId="20577"/>
          <ac:spMkLst>
            <pc:docMk/>
            <pc:sldMk cId="2252559323" sldId="296"/>
            <ac:spMk id="2" creationId="{00000000-0000-0000-0000-000000000000}"/>
          </ac:spMkLst>
        </pc:spChg>
        <pc:picChg chg="del">
          <ac:chgData name="Satria Bagus Panuntun" userId="d5a7695d3f1b62ef" providerId="LiveId" clId="{3BF1C32D-E2DE-4C74-9DF9-578BE193616A}" dt="2024-01-02T04:37:49.712" v="248" actId="478"/>
          <ac:picMkLst>
            <pc:docMk/>
            <pc:sldMk cId="2252559323" sldId="296"/>
            <ac:picMk id="4" creationId="{02EA3906-5946-91CC-A395-5DF57609A8A0}"/>
          </ac:picMkLst>
        </pc:picChg>
        <pc:picChg chg="add mod">
          <ac:chgData name="Satria Bagus Panuntun" userId="d5a7695d3f1b62ef" providerId="LiveId" clId="{3BF1C32D-E2DE-4C74-9DF9-578BE193616A}" dt="2024-01-02T04:37:47.761" v="247" actId="1076"/>
          <ac:picMkLst>
            <pc:docMk/>
            <pc:sldMk cId="2252559323" sldId="296"/>
            <ac:picMk id="5" creationId="{89526595-47C7-4FF3-97B6-94A1383390C9}"/>
          </ac:picMkLst>
        </pc:picChg>
      </pc:sldChg>
      <pc:sldChg chg="addSp delSp modSp add mod">
        <pc:chgData name="Satria Bagus Panuntun" userId="d5a7695d3f1b62ef" providerId="LiveId" clId="{3BF1C32D-E2DE-4C74-9DF9-578BE193616A}" dt="2024-01-02T04:38:18.054" v="261" actId="14100"/>
        <pc:sldMkLst>
          <pc:docMk/>
          <pc:sldMk cId="1482101372" sldId="297"/>
        </pc:sldMkLst>
        <pc:spChg chg="mod">
          <ac:chgData name="Satria Bagus Panuntun" userId="d5a7695d3f1b62ef" providerId="LiveId" clId="{3BF1C32D-E2DE-4C74-9DF9-578BE193616A}" dt="2024-01-02T04:38:03.695" v="257" actId="20577"/>
          <ac:spMkLst>
            <pc:docMk/>
            <pc:sldMk cId="1482101372" sldId="297"/>
            <ac:spMk id="2" creationId="{00000000-0000-0000-0000-000000000000}"/>
          </ac:spMkLst>
        </pc:spChg>
        <pc:picChg chg="add mod">
          <ac:chgData name="Satria Bagus Panuntun" userId="d5a7695d3f1b62ef" providerId="LiveId" clId="{3BF1C32D-E2DE-4C74-9DF9-578BE193616A}" dt="2024-01-02T04:38:18.054" v="261" actId="14100"/>
          <ac:picMkLst>
            <pc:docMk/>
            <pc:sldMk cId="1482101372" sldId="297"/>
            <ac:picMk id="4" creationId="{9846A288-F8FE-5AD1-7819-2CA2FF917F89}"/>
          </ac:picMkLst>
        </pc:picChg>
        <pc:picChg chg="del">
          <ac:chgData name="Satria Bagus Panuntun" userId="d5a7695d3f1b62ef" providerId="LiveId" clId="{3BF1C32D-E2DE-4C74-9DF9-578BE193616A}" dt="2024-01-02T04:38:12.112" v="258" actId="478"/>
          <ac:picMkLst>
            <pc:docMk/>
            <pc:sldMk cId="1482101372" sldId="297"/>
            <ac:picMk id="5" creationId="{89526595-47C7-4FF3-97B6-94A1383390C9}"/>
          </ac:picMkLst>
        </pc:picChg>
      </pc:sldChg>
      <pc:sldChg chg="addSp delSp modSp add mod">
        <pc:chgData name="Satria Bagus Panuntun" userId="d5a7695d3f1b62ef" providerId="LiveId" clId="{3BF1C32D-E2DE-4C74-9DF9-578BE193616A}" dt="2024-01-02T07:25:36.649" v="271" actId="11529"/>
        <pc:sldMkLst>
          <pc:docMk/>
          <pc:sldMk cId="1684434613" sldId="298"/>
        </pc:sldMkLst>
        <pc:spChg chg="add">
          <ac:chgData name="Satria Bagus Panuntun" userId="d5a7695d3f1b62ef" providerId="LiveId" clId="{3BF1C32D-E2DE-4C74-9DF9-578BE193616A}" dt="2024-01-02T07:25:36.649" v="271" actId="11529"/>
          <ac:spMkLst>
            <pc:docMk/>
            <pc:sldMk cId="1684434613" sldId="298"/>
            <ac:spMk id="6" creationId="{374CF8C4-FA8A-0DE7-2DC2-E19D3B2252CD}"/>
          </ac:spMkLst>
        </pc:spChg>
        <pc:picChg chg="mod">
          <ac:chgData name="Satria Bagus Panuntun" userId="d5a7695d3f1b62ef" providerId="LiveId" clId="{3BF1C32D-E2DE-4C74-9DF9-578BE193616A}" dt="2024-01-02T07:25:24.264" v="269" actId="208"/>
          <ac:picMkLst>
            <pc:docMk/>
            <pc:sldMk cId="1684434613" sldId="298"/>
            <ac:picMk id="4" creationId="{AEFCBBF3-43D8-7B65-4309-8952F12B353B}"/>
          </ac:picMkLst>
        </pc:picChg>
        <pc:picChg chg="add mod">
          <ac:chgData name="Satria Bagus Panuntun" userId="d5a7695d3f1b62ef" providerId="LiveId" clId="{3BF1C32D-E2DE-4C74-9DF9-578BE193616A}" dt="2024-01-02T07:25:26.733" v="270" actId="208"/>
          <ac:picMkLst>
            <pc:docMk/>
            <pc:sldMk cId="1684434613" sldId="298"/>
            <ac:picMk id="5" creationId="{2157A46B-C934-C5BE-B280-7A9A4879D1E5}"/>
          </ac:picMkLst>
        </pc:picChg>
        <pc:picChg chg="del">
          <ac:chgData name="Satria Bagus Panuntun" userId="d5a7695d3f1b62ef" providerId="LiveId" clId="{3BF1C32D-E2DE-4C74-9DF9-578BE193616A}" dt="2024-01-02T07:24:56.716" v="265" actId="478"/>
          <ac:picMkLst>
            <pc:docMk/>
            <pc:sldMk cId="1684434613" sldId="298"/>
            <ac:picMk id="8" creationId="{801CF41D-FBCB-AFFE-9F0E-868D490AC1C8}"/>
          </ac:picMkLst>
        </pc:picChg>
      </pc:sldChg>
      <pc:sldChg chg="addSp delSp modSp add mod">
        <pc:chgData name="Satria Bagus Panuntun" userId="d5a7695d3f1b62ef" providerId="LiveId" clId="{3BF1C32D-E2DE-4C74-9DF9-578BE193616A}" dt="2024-01-02T07:43:24.374" v="308" actId="14100"/>
        <pc:sldMkLst>
          <pc:docMk/>
          <pc:sldMk cId="768895907" sldId="299"/>
        </pc:sldMkLst>
        <pc:spChg chg="add mod">
          <ac:chgData name="Satria Bagus Panuntun" userId="d5a7695d3f1b62ef" providerId="LiveId" clId="{3BF1C32D-E2DE-4C74-9DF9-578BE193616A}" dt="2024-01-02T07:43:24.374" v="308" actId="14100"/>
          <ac:spMkLst>
            <pc:docMk/>
            <pc:sldMk cId="768895907" sldId="299"/>
            <ac:spMk id="14" creationId="{D04FAC6C-491B-84BC-771A-E9AF67C28BD7}"/>
          </ac:spMkLst>
        </pc:spChg>
        <pc:picChg chg="del">
          <ac:chgData name="Satria Bagus Panuntun" userId="d5a7695d3f1b62ef" providerId="LiveId" clId="{3BF1C32D-E2DE-4C74-9DF9-578BE193616A}" dt="2024-01-02T07:38:56.819" v="273" actId="478"/>
          <ac:picMkLst>
            <pc:docMk/>
            <pc:sldMk cId="768895907" sldId="299"/>
            <ac:picMk id="4" creationId="{02EA3906-5946-91CC-A395-5DF57609A8A0}"/>
          </ac:picMkLst>
        </pc:picChg>
        <pc:picChg chg="add mod">
          <ac:chgData name="Satria Bagus Panuntun" userId="d5a7695d3f1b62ef" providerId="LiveId" clId="{3BF1C32D-E2DE-4C74-9DF9-578BE193616A}" dt="2024-01-02T07:43:17.192" v="305" actId="1076"/>
          <ac:picMkLst>
            <pc:docMk/>
            <pc:sldMk cId="768895907" sldId="299"/>
            <ac:picMk id="5" creationId="{7ED0D9EB-D686-D3FA-B644-3CBF7FCFB449}"/>
          </ac:picMkLst>
        </pc:picChg>
        <pc:picChg chg="add mod">
          <ac:chgData name="Satria Bagus Panuntun" userId="d5a7695d3f1b62ef" providerId="LiveId" clId="{3BF1C32D-E2DE-4C74-9DF9-578BE193616A}" dt="2024-01-02T07:41:10.351" v="289" actId="1076"/>
          <ac:picMkLst>
            <pc:docMk/>
            <pc:sldMk cId="768895907" sldId="299"/>
            <ac:picMk id="7" creationId="{75812FE4-34A7-1FC5-5587-0B889A912C5D}"/>
          </ac:picMkLst>
        </pc:picChg>
        <pc:picChg chg="add mod">
          <ac:chgData name="Satria Bagus Panuntun" userId="d5a7695d3f1b62ef" providerId="LiveId" clId="{3BF1C32D-E2DE-4C74-9DF9-578BE193616A}" dt="2024-01-02T07:43:13.842" v="304" actId="14100"/>
          <ac:picMkLst>
            <pc:docMk/>
            <pc:sldMk cId="768895907" sldId="299"/>
            <ac:picMk id="9" creationId="{3082A6C0-F8C4-D550-029A-2141E6933B54}"/>
          </ac:picMkLst>
        </pc:picChg>
        <pc:picChg chg="add mod">
          <ac:chgData name="Satria Bagus Panuntun" userId="d5a7695d3f1b62ef" providerId="LiveId" clId="{3BF1C32D-E2DE-4C74-9DF9-578BE193616A}" dt="2024-01-02T07:42:01.043" v="299" actId="1076"/>
          <ac:picMkLst>
            <pc:docMk/>
            <pc:sldMk cId="768895907" sldId="299"/>
            <ac:picMk id="11" creationId="{DFB79CC9-843D-1CCE-06FF-513AA6CD07C3}"/>
          </ac:picMkLst>
        </pc:picChg>
        <pc:picChg chg="add mod">
          <ac:chgData name="Satria Bagus Panuntun" userId="d5a7695d3f1b62ef" providerId="LiveId" clId="{3BF1C32D-E2DE-4C74-9DF9-578BE193616A}" dt="2024-01-02T07:43:09.360" v="303" actId="1076"/>
          <ac:picMkLst>
            <pc:docMk/>
            <pc:sldMk cId="768895907" sldId="299"/>
            <ac:picMk id="13" creationId="{4A69A264-9A90-8396-FE9D-E6DD66DB0F1B}"/>
          </ac:picMkLst>
        </pc:picChg>
      </pc:sldChg>
      <pc:sldChg chg="addSp delSp modSp add mod">
        <pc:chgData name="Satria Bagus Panuntun" userId="d5a7695d3f1b62ef" providerId="LiveId" clId="{3BF1C32D-E2DE-4C74-9DF9-578BE193616A}" dt="2024-01-02T07:52:03.277" v="356"/>
        <pc:sldMkLst>
          <pc:docMk/>
          <pc:sldMk cId="3837671322" sldId="300"/>
        </pc:sldMkLst>
        <pc:spChg chg="mod">
          <ac:chgData name="Satria Bagus Panuntun" userId="d5a7695d3f1b62ef" providerId="LiveId" clId="{3BF1C32D-E2DE-4C74-9DF9-578BE193616A}" dt="2024-01-02T07:47:30.627" v="331" actId="14100"/>
          <ac:spMkLst>
            <pc:docMk/>
            <pc:sldMk cId="3837671322" sldId="300"/>
            <ac:spMk id="2" creationId="{00000000-0000-0000-0000-000000000000}"/>
          </ac:spMkLst>
        </pc:spChg>
        <pc:spChg chg="add mod">
          <ac:chgData name="Satria Bagus Panuntun" userId="d5a7695d3f1b62ef" providerId="LiveId" clId="{3BF1C32D-E2DE-4C74-9DF9-578BE193616A}" dt="2024-01-02T07:52:03.277" v="356"/>
          <ac:spMkLst>
            <pc:docMk/>
            <pc:sldMk cId="3837671322" sldId="300"/>
            <ac:spMk id="6" creationId="{F967DC81-13FD-FE55-47E5-1956F93AA303}"/>
          </ac:spMkLst>
        </pc:spChg>
        <pc:picChg chg="del">
          <ac:chgData name="Satria Bagus Panuntun" userId="d5a7695d3f1b62ef" providerId="LiveId" clId="{3BF1C32D-E2DE-4C74-9DF9-578BE193616A}" dt="2024-01-02T07:47:01.293" v="310" actId="478"/>
          <ac:picMkLst>
            <pc:docMk/>
            <pc:sldMk cId="3837671322" sldId="300"/>
            <ac:picMk id="4" creationId="{9846A288-F8FE-5AD1-7819-2CA2FF917F89}"/>
          </ac:picMkLst>
        </pc:picChg>
        <pc:picChg chg="add mod">
          <ac:chgData name="Satria Bagus Panuntun" userId="d5a7695d3f1b62ef" providerId="LiveId" clId="{3BF1C32D-E2DE-4C74-9DF9-578BE193616A}" dt="2024-01-02T07:47:08.345" v="314" actId="1076"/>
          <ac:picMkLst>
            <pc:docMk/>
            <pc:sldMk cId="3837671322" sldId="300"/>
            <ac:picMk id="5" creationId="{7E9FA3B7-917A-36E7-F390-D25CD11E53C9}"/>
          </ac:picMkLst>
        </pc:picChg>
      </pc:sldChg>
      <pc:sldChg chg="addSp delSp modSp add del mod">
        <pc:chgData name="Satria Bagus Panuntun" userId="d5a7695d3f1b62ef" providerId="LiveId" clId="{3BF1C32D-E2DE-4C74-9DF9-578BE193616A}" dt="2024-01-02T07:51:33.648" v="350" actId="47"/>
        <pc:sldMkLst>
          <pc:docMk/>
          <pc:sldMk cId="778840501" sldId="301"/>
        </pc:sldMkLst>
        <pc:spChg chg="add mod">
          <ac:chgData name="Satria Bagus Panuntun" userId="d5a7695d3f1b62ef" providerId="LiveId" clId="{3BF1C32D-E2DE-4C74-9DF9-578BE193616A}" dt="2024-01-02T07:49:26.852" v="348" actId="14100"/>
          <ac:spMkLst>
            <pc:docMk/>
            <pc:sldMk cId="778840501" sldId="301"/>
            <ac:spMk id="3" creationId="{DF8C85AF-05B3-F0C7-A8A5-AD83FA67933E}"/>
          </ac:spMkLst>
        </pc:spChg>
        <pc:picChg chg="del">
          <ac:chgData name="Satria Bagus Panuntun" userId="d5a7695d3f1b62ef" providerId="LiveId" clId="{3BF1C32D-E2DE-4C74-9DF9-578BE193616A}" dt="2024-01-02T07:49:19.430" v="346" actId="478"/>
          <ac:picMkLst>
            <pc:docMk/>
            <pc:sldMk cId="778840501" sldId="301"/>
            <ac:picMk id="4" creationId="{9846A288-F8FE-5AD1-7819-2CA2FF917F89}"/>
          </ac:picMkLst>
        </pc:picChg>
      </pc:sldChg>
      <pc:sldChg chg="modSp add mod">
        <pc:chgData name="Satria Bagus Panuntun" userId="d5a7695d3f1b62ef" providerId="LiveId" clId="{3BF1C32D-E2DE-4C74-9DF9-578BE193616A}" dt="2024-01-02T07:53:15.692" v="373" actId="20577"/>
        <pc:sldMkLst>
          <pc:docMk/>
          <pc:sldMk cId="3899785621" sldId="302"/>
        </pc:sldMkLst>
        <pc:spChg chg="mod">
          <ac:chgData name="Satria Bagus Panuntun" userId="d5a7695d3f1b62ef" providerId="LiveId" clId="{3BF1C32D-E2DE-4C74-9DF9-578BE193616A}" dt="2024-01-02T07:53:15.692" v="373" actId="20577"/>
          <ac:spMkLst>
            <pc:docMk/>
            <pc:sldMk cId="3899785621" sldId="302"/>
            <ac:spMk id="6" creationId="{F967DC81-13FD-FE55-47E5-1956F93AA303}"/>
          </ac:spMkLst>
        </pc:spChg>
      </pc:sldChg>
      <pc:sldChg chg="delSp modSp add mod delAnim">
        <pc:chgData name="Satria Bagus Panuntun" userId="d5a7695d3f1b62ef" providerId="LiveId" clId="{3BF1C32D-E2DE-4C74-9DF9-578BE193616A}" dt="2024-01-02T07:57:49.508" v="487" actId="27636"/>
        <pc:sldMkLst>
          <pc:docMk/>
          <pc:sldMk cId="3613812529" sldId="303"/>
        </pc:sldMkLst>
        <pc:spChg chg="mod">
          <ac:chgData name="Satria Bagus Panuntun" userId="d5a7695d3f1b62ef" providerId="LiveId" clId="{3BF1C32D-E2DE-4C74-9DF9-578BE193616A}" dt="2024-01-02T07:57:49.508" v="487" actId="27636"/>
          <ac:spMkLst>
            <pc:docMk/>
            <pc:sldMk cId="3613812529" sldId="303"/>
            <ac:spMk id="4" creationId="{0D43B769-88B3-4B02-A65F-028138165696}"/>
          </ac:spMkLst>
        </pc:spChg>
        <pc:picChg chg="del">
          <ac:chgData name="Satria Bagus Panuntun" userId="d5a7695d3f1b62ef" providerId="LiveId" clId="{3BF1C32D-E2DE-4C74-9DF9-578BE193616A}" dt="2024-01-02T07:56:44.523" v="426" actId="478"/>
          <ac:picMkLst>
            <pc:docMk/>
            <pc:sldMk cId="3613812529" sldId="303"/>
            <ac:picMk id="5" creationId="{F922F756-5E50-881D-1BED-3F8EED6C90B2}"/>
          </ac:picMkLst>
        </pc:picChg>
      </pc:sldChg>
      <pc:sldChg chg="modSp add mod">
        <pc:chgData name="Satria Bagus Panuntun" userId="d5a7695d3f1b62ef" providerId="LiveId" clId="{3BF1C32D-E2DE-4C74-9DF9-578BE193616A}" dt="2024-01-02T08:00:53.579" v="491" actId="20577"/>
        <pc:sldMkLst>
          <pc:docMk/>
          <pc:sldMk cId="157260394" sldId="304"/>
        </pc:sldMkLst>
        <pc:spChg chg="mod">
          <ac:chgData name="Satria Bagus Panuntun" userId="d5a7695d3f1b62ef" providerId="LiveId" clId="{3BF1C32D-E2DE-4C74-9DF9-578BE193616A}" dt="2024-01-02T08:00:53.579" v="491" actId="20577"/>
          <ac:spMkLst>
            <pc:docMk/>
            <pc:sldMk cId="157260394" sldId="304"/>
            <ac:spMk id="2" creationId="{00000000-0000-0000-0000-000000000000}"/>
          </ac:spMkLst>
        </pc:spChg>
      </pc:sldChg>
      <pc:sldChg chg="modSp add del mod ord">
        <pc:chgData name="Satria Bagus Panuntun" userId="d5a7695d3f1b62ef" providerId="LiveId" clId="{3BF1C32D-E2DE-4C74-9DF9-578BE193616A}" dt="2024-01-02T08:02:46.106" v="512" actId="47"/>
        <pc:sldMkLst>
          <pc:docMk/>
          <pc:sldMk cId="49871354" sldId="305"/>
        </pc:sldMkLst>
        <pc:spChg chg="mod">
          <ac:chgData name="Satria Bagus Panuntun" userId="d5a7695d3f1b62ef" providerId="LiveId" clId="{3BF1C32D-E2DE-4C74-9DF9-578BE193616A}" dt="2024-01-02T08:02:23.634" v="511" actId="20577"/>
          <ac:spMkLst>
            <pc:docMk/>
            <pc:sldMk cId="49871354" sldId="305"/>
            <ac:spMk id="2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1/4/2024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1/4/2024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767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029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21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273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2383" y="1498601"/>
            <a:ext cx="7008574" cy="32988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540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2383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22770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A30F4-0B4E-4E4B-BC36-C30CD13F4E17}" type="datetimeFigureOut">
              <a:rPr lang="en-US"/>
              <a:t>1/4/2024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352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589" y="4445000"/>
            <a:ext cx="7008574" cy="1930400"/>
          </a:xfrm>
        </p:spPr>
        <p:txBody>
          <a:bodyPr anchor="t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589" y="3124200"/>
            <a:ext cx="7008574" cy="1296987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6340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30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1706581" indent="0">
              <a:buNone/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755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1/4/2024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933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137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730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162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755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1/4/2024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28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1/4/2024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676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1/4/2024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873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721" y="1701800"/>
            <a:ext cx="3351927" cy="284480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21" y="4648200"/>
            <a:ext cx="3351927" cy="17272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9236" y="482600"/>
            <a:ext cx="6805427" cy="5892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F754-515F-40B9-8D24-D54D5825B3D0}" type="datetimeFigureOut">
              <a:rPr lang="en-US"/>
              <a:t>1/4/2024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807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7765" y="5562600"/>
            <a:ext cx="7313295" cy="8128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F754-515F-40B9-8D24-D54D5825B3D0}" type="datetimeFigureOut">
              <a:rPr lang="en-US"/>
              <a:t>1/4/2024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133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CB6C2-1084-4AED-A74A-DF028B0094EA}" type="datetimeFigureOut">
              <a:rPr lang="en-US"/>
              <a:t>1/4/2024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043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309" y="274638"/>
            <a:ext cx="8532178" cy="589756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CB6C2-1084-4AED-A74A-DF028B0094EA}" type="datetimeFigureOut">
              <a:rPr lang="en-US"/>
              <a:t>1/4/2024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071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04721" y="0"/>
            <a:ext cx="11579384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2DD204D1-F9BD-4643-8480-6EA41EB484F1}" type="datetimeFigureOut">
              <a:rPr lang="en-US" smtClean="0"/>
              <a:pPr/>
              <a:t>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47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9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5" r:id="rId8"/>
    <p:sldLayoutId id="2147483676" r:id="rId9"/>
    <p:sldLayoutId id="2147483677" r:id="rId10"/>
    <p:sldLayoutId id="2147483678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437973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86461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91264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7885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Y3KkJ-ojywIXyg0GhqMxm_zk8JLvf16h?usp=sharing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dirty="0"/>
            </a:br>
            <a:r>
              <a:rPr lang="id-ID" dirty="0"/>
              <a:t>Topic Modeling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d-ID" dirty="0"/>
              <a:t>Rabu, 3 Januari 2024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F68D983-8F6F-20F1-5E6C-B99E888C525A}"/>
              </a:ext>
            </a:extLst>
          </p:cNvPr>
          <p:cNvSpPr txBox="1">
            <a:spLocks/>
          </p:cNvSpPr>
          <p:nvPr/>
        </p:nvSpPr>
        <p:spPr>
          <a:xfrm>
            <a:off x="7942822" y="6302374"/>
            <a:ext cx="7008574" cy="12446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0" indent="0" algn="l" defTabSz="1218987" rtl="0" eaLnBrk="1" latinLnBrk="0" hangingPunct="1">
              <a:lnSpc>
                <a:spcPct val="95000"/>
              </a:lnSpc>
              <a:spcBef>
                <a:spcPts val="0"/>
              </a:spcBef>
              <a:buSzPct val="100000"/>
              <a:buFont typeface="Arial" pitchFamily="34" charset="0"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0" algn="ctr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100000"/>
              <a:buFont typeface="Century Gothic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8987" indent="0" algn="ctr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100000"/>
              <a:buFont typeface="Century Gothic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480" indent="0" algn="ctr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100000"/>
              <a:buFont typeface="Century Gothic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7973" indent="0" algn="ctr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100000"/>
              <a:buFont typeface="Century Gothic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467" indent="0" algn="ctr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90000"/>
              <a:buFont typeface="Century Gothic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960" indent="0" algn="ctr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90000"/>
              <a:buFont typeface="Century Gothic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453" indent="0" algn="ctr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90000"/>
              <a:buFont typeface="Century Gothic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947" indent="0" algn="ctr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90000"/>
              <a:buFont typeface="Century Gothic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d-ID" dirty="0"/>
              <a:t>- Satria Bagus Panuntun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34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Isi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Konsep topic modeling</a:t>
            </a:r>
          </a:p>
          <a:p>
            <a:r>
              <a:rPr lang="id-ID" dirty="0"/>
              <a:t>LDA</a:t>
            </a:r>
            <a:endParaRPr lang="en-US" dirty="0"/>
          </a:p>
          <a:p>
            <a:r>
              <a:rPr lang="id-ID" dirty="0"/>
              <a:t>Tahapan-tahapan topic modeling</a:t>
            </a:r>
            <a:endParaRPr lang="en-US" dirty="0"/>
          </a:p>
          <a:p>
            <a:r>
              <a:rPr lang="id-ID" dirty="0"/>
              <a:t>Praktik preprocessing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18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Konsep Dasar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87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Apa itu topic modeling?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43B769-88B3-4B02-A65F-028138165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D" sz="2800" dirty="0"/>
              <a:t>Topic </a:t>
            </a:r>
            <a:r>
              <a:rPr lang="en-ID" sz="2800" dirty="0" err="1"/>
              <a:t>modeling</a:t>
            </a:r>
            <a:r>
              <a:rPr lang="en-ID" sz="2800" dirty="0"/>
              <a:t> </a:t>
            </a:r>
            <a:r>
              <a:rPr lang="en-ID" sz="2800" dirty="0" err="1"/>
              <a:t>merupakan</a:t>
            </a:r>
            <a:r>
              <a:rPr lang="en-ID" sz="2800" dirty="0"/>
              <a:t> salah </a:t>
            </a:r>
            <a:r>
              <a:rPr lang="en-ID" sz="2800" dirty="0" err="1"/>
              <a:t>satu</a:t>
            </a:r>
            <a:r>
              <a:rPr lang="en-ID" sz="2800" dirty="0"/>
              <a:t> </a:t>
            </a:r>
            <a:r>
              <a:rPr lang="en-ID" sz="2800" dirty="0" err="1"/>
              <a:t>pendekatan</a:t>
            </a:r>
            <a:r>
              <a:rPr lang="en-ID" sz="2800" dirty="0"/>
              <a:t> pada Text Mining yang </a:t>
            </a:r>
            <a:r>
              <a:rPr lang="en-ID" sz="2800" dirty="0" err="1"/>
              <a:t>cukup</a:t>
            </a:r>
            <a:r>
              <a:rPr lang="en-ID" sz="2800" dirty="0"/>
              <a:t> </a:t>
            </a:r>
            <a:r>
              <a:rPr lang="en-ID" sz="2800" dirty="0" err="1"/>
              <a:t>handal</a:t>
            </a:r>
            <a:r>
              <a:rPr lang="en-ID" sz="2800" dirty="0"/>
              <a:t> </a:t>
            </a:r>
            <a:r>
              <a:rPr lang="en-ID" sz="2800" dirty="0" err="1"/>
              <a:t>dalam</a:t>
            </a:r>
            <a:r>
              <a:rPr lang="en-ID" sz="2800" dirty="0"/>
              <a:t> </a:t>
            </a:r>
            <a:r>
              <a:rPr lang="en-ID" sz="2800" dirty="0" err="1"/>
              <a:t>melakukan</a:t>
            </a:r>
            <a:r>
              <a:rPr lang="en-ID" sz="2800" dirty="0"/>
              <a:t> </a:t>
            </a:r>
            <a:r>
              <a:rPr lang="en-ID" sz="2800" dirty="0" err="1"/>
              <a:t>penemuan</a:t>
            </a:r>
            <a:r>
              <a:rPr lang="en-ID" sz="2800" dirty="0"/>
              <a:t> data-data </a:t>
            </a:r>
            <a:r>
              <a:rPr lang="en-ID" sz="2800" dirty="0" err="1"/>
              <a:t>teks</a:t>
            </a:r>
            <a:r>
              <a:rPr lang="en-ID" sz="2800" dirty="0"/>
              <a:t> yang </a:t>
            </a:r>
            <a:r>
              <a:rPr lang="en-ID" sz="2800" dirty="0" err="1"/>
              <a:t>tersembunyi</a:t>
            </a:r>
            <a:r>
              <a:rPr lang="en-ID" sz="2800" dirty="0"/>
              <a:t> dan </a:t>
            </a:r>
            <a:r>
              <a:rPr lang="en-ID" sz="2800" dirty="0" err="1"/>
              <a:t>menemukan</a:t>
            </a:r>
            <a:r>
              <a:rPr lang="en-ID" sz="2800" dirty="0"/>
              <a:t> </a:t>
            </a:r>
            <a:r>
              <a:rPr lang="en-ID" sz="2800" dirty="0" err="1"/>
              <a:t>hubungan</a:t>
            </a:r>
            <a:r>
              <a:rPr lang="en-ID" sz="2800" dirty="0"/>
              <a:t> </a:t>
            </a:r>
            <a:r>
              <a:rPr lang="en-ID" sz="2800" dirty="0" err="1"/>
              <a:t>antara</a:t>
            </a:r>
            <a:r>
              <a:rPr lang="en-ID" sz="2800" dirty="0"/>
              <a:t> </a:t>
            </a:r>
            <a:r>
              <a:rPr lang="en-ID" sz="2800" dirty="0" err="1"/>
              <a:t>teks</a:t>
            </a:r>
            <a:r>
              <a:rPr lang="en-ID" sz="2800" dirty="0"/>
              <a:t> yang </a:t>
            </a:r>
            <a:r>
              <a:rPr lang="en-ID" sz="2800" dirty="0" err="1"/>
              <a:t>satu</a:t>
            </a:r>
            <a:r>
              <a:rPr lang="en-ID" sz="2800" dirty="0"/>
              <a:t> </a:t>
            </a:r>
            <a:r>
              <a:rPr lang="en-ID" sz="2800" dirty="0" err="1"/>
              <a:t>dengan</a:t>
            </a:r>
            <a:r>
              <a:rPr lang="en-ID" sz="2800" dirty="0"/>
              <a:t> </a:t>
            </a:r>
            <a:r>
              <a:rPr lang="en-ID" sz="2800" dirty="0" err="1"/>
              <a:t>lainnya</a:t>
            </a:r>
            <a:r>
              <a:rPr lang="en-ID" sz="2800" dirty="0"/>
              <a:t> </a:t>
            </a:r>
            <a:r>
              <a:rPr lang="en-ID" sz="2800" dirty="0" err="1"/>
              <a:t>dari</a:t>
            </a:r>
            <a:r>
              <a:rPr lang="en-ID" sz="2800" dirty="0"/>
              <a:t> </a:t>
            </a:r>
            <a:r>
              <a:rPr lang="en-ID" sz="2800" dirty="0" err="1"/>
              <a:t>suatu</a:t>
            </a:r>
            <a:r>
              <a:rPr lang="en-ID" sz="2800" dirty="0"/>
              <a:t> corpus (</a:t>
            </a:r>
            <a:r>
              <a:rPr lang="en-ID" sz="2800" dirty="0" err="1"/>
              <a:t>Jelodar</a:t>
            </a:r>
            <a:r>
              <a:rPr lang="en-ID" sz="2800" dirty="0"/>
              <a:t>, et al., 2018).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22F756-5E50-881D-1BED-3F8EED6C9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052" y="4077072"/>
            <a:ext cx="6757508" cy="2548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09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Apa itu topic modeling?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43B769-88B3-4B02-A65F-028138165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309" y="1701800"/>
            <a:ext cx="10157354" cy="496756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id-ID" sz="2800" dirty="0"/>
              <a:t>T</a:t>
            </a:r>
            <a:r>
              <a:rPr lang="en-ID" sz="2800" dirty="0" err="1"/>
              <a:t>opi</a:t>
            </a:r>
            <a:r>
              <a:rPr lang="id-ID" sz="2800" dirty="0"/>
              <a:t>c modeling</a:t>
            </a:r>
            <a:r>
              <a:rPr lang="en-ID" sz="2800" dirty="0"/>
              <a:t> </a:t>
            </a:r>
            <a:r>
              <a:rPr lang="en-ID" sz="2800" dirty="0" err="1"/>
              <a:t>adalah</a:t>
            </a:r>
            <a:r>
              <a:rPr lang="en-ID" sz="2800" dirty="0"/>
              <a:t> </a:t>
            </a:r>
            <a:r>
              <a:rPr lang="en-ID" sz="2800" dirty="0" err="1"/>
              <a:t>jenis</a:t>
            </a:r>
            <a:r>
              <a:rPr lang="en-ID" sz="2800" dirty="0"/>
              <a:t> model </a:t>
            </a:r>
            <a:r>
              <a:rPr lang="en-ID" sz="2800" dirty="0" err="1"/>
              <a:t>statistik</a:t>
            </a:r>
            <a:r>
              <a:rPr lang="en-ID" sz="2800" dirty="0"/>
              <a:t> </a:t>
            </a:r>
            <a:r>
              <a:rPr lang="en-ID" sz="2800" dirty="0" err="1"/>
              <a:t>untuk</a:t>
            </a:r>
            <a:r>
              <a:rPr lang="en-ID" sz="2800" dirty="0"/>
              <a:t> </a:t>
            </a:r>
            <a:r>
              <a:rPr lang="en-ID" sz="2800" dirty="0" err="1"/>
              <a:t>menemukan</a:t>
            </a:r>
            <a:r>
              <a:rPr lang="en-ID" sz="2800" dirty="0"/>
              <a:t> "</a:t>
            </a:r>
            <a:r>
              <a:rPr lang="en-ID" sz="2800" dirty="0" err="1"/>
              <a:t>topik</a:t>
            </a:r>
            <a:r>
              <a:rPr lang="en-ID" sz="2800" dirty="0"/>
              <a:t>" </a:t>
            </a:r>
            <a:r>
              <a:rPr lang="en-ID" sz="2800" dirty="0" err="1"/>
              <a:t>abstrak</a:t>
            </a:r>
            <a:r>
              <a:rPr lang="en-ID" sz="2800" dirty="0"/>
              <a:t> yang </a:t>
            </a:r>
            <a:r>
              <a:rPr lang="id-ID" sz="2800" dirty="0"/>
              <a:t>terdapat</a:t>
            </a:r>
            <a:r>
              <a:rPr lang="en-ID" sz="2800" dirty="0"/>
              <a:t> </a:t>
            </a:r>
            <a:r>
              <a:rPr lang="en-ID" sz="2800" dirty="0" err="1"/>
              <a:t>dalam</a:t>
            </a:r>
            <a:r>
              <a:rPr lang="en-ID" sz="2800" dirty="0"/>
              <a:t> </a:t>
            </a:r>
            <a:r>
              <a:rPr lang="en-ID" sz="2800" dirty="0" err="1"/>
              <a:t>kumpulan</a:t>
            </a:r>
            <a:r>
              <a:rPr lang="en-ID" sz="2800" dirty="0"/>
              <a:t> </a:t>
            </a:r>
            <a:r>
              <a:rPr lang="en-ID" sz="2800" dirty="0" err="1"/>
              <a:t>dokumen</a:t>
            </a:r>
            <a:r>
              <a:rPr lang="en-ID" sz="2800" dirty="0"/>
              <a:t> [1]</a:t>
            </a:r>
            <a:endParaRPr lang="id-ID" sz="2800" dirty="0"/>
          </a:p>
          <a:p>
            <a:pPr algn="just"/>
            <a:r>
              <a:rPr lang="id-ID" sz="2800" dirty="0"/>
              <a:t>T</a:t>
            </a:r>
            <a:r>
              <a:rPr lang="en-ID" sz="2800" dirty="0" err="1"/>
              <a:t>opi</a:t>
            </a:r>
            <a:r>
              <a:rPr lang="id-ID" sz="2800" dirty="0"/>
              <a:t>c modeling</a:t>
            </a:r>
            <a:r>
              <a:rPr lang="en-ID" sz="2800" dirty="0"/>
              <a:t> </a:t>
            </a:r>
            <a:r>
              <a:rPr lang="en-ID" sz="2800" dirty="0" err="1"/>
              <a:t>adalah</a:t>
            </a:r>
            <a:r>
              <a:rPr lang="en-ID" sz="2800" dirty="0"/>
              <a:t> </a:t>
            </a:r>
            <a:r>
              <a:rPr lang="en-ID" sz="2800" dirty="0" err="1"/>
              <a:t>serangkaian</a:t>
            </a:r>
            <a:r>
              <a:rPr lang="en-ID" sz="2800" dirty="0"/>
              <a:t> </a:t>
            </a:r>
            <a:r>
              <a:rPr lang="en-ID" sz="2800" dirty="0" err="1"/>
              <a:t>algoritma</a:t>
            </a:r>
            <a:r>
              <a:rPr lang="en-ID" sz="2800" dirty="0"/>
              <a:t> yang </a:t>
            </a:r>
            <a:r>
              <a:rPr lang="en-ID" sz="2800" dirty="0" err="1"/>
              <a:t>mengungkap</a:t>
            </a:r>
            <a:r>
              <a:rPr lang="en-ID" sz="2800" dirty="0"/>
              <a:t> </a:t>
            </a:r>
            <a:r>
              <a:rPr lang="en-ID" sz="2800" dirty="0" err="1"/>
              <a:t>struktur</a:t>
            </a:r>
            <a:r>
              <a:rPr lang="en-ID" sz="2800" dirty="0"/>
              <a:t> </a:t>
            </a:r>
            <a:r>
              <a:rPr lang="en-ID" sz="2800" dirty="0" err="1"/>
              <a:t>tematik</a:t>
            </a:r>
            <a:r>
              <a:rPr lang="en-ID" sz="2800" dirty="0"/>
              <a:t> </a:t>
            </a:r>
            <a:r>
              <a:rPr lang="en-ID" sz="2800" dirty="0" err="1"/>
              <a:t>tersembunyi</a:t>
            </a:r>
            <a:r>
              <a:rPr lang="en-ID" sz="2800" dirty="0"/>
              <a:t> </a:t>
            </a:r>
            <a:r>
              <a:rPr lang="en-ID" sz="2800" dirty="0" err="1"/>
              <a:t>dalam</a:t>
            </a:r>
            <a:r>
              <a:rPr lang="en-ID" sz="2800" dirty="0"/>
              <a:t> </a:t>
            </a:r>
            <a:r>
              <a:rPr lang="en-ID" sz="2800" dirty="0" err="1"/>
              <a:t>koleksi</a:t>
            </a:r>
            <a:r>
              <a:rPr lang="en-ID" sz="2800" dirty="0"/>
              <a:t> </a:t>
            </a:r>
            <a:r>
              <a:rPr lang="en-ID" sz="2800" dirty="0" err="1"/>
              <a:t>dokumen</a:t>
            </a:r>
            <a:r>
              <a:rPr lang="en-ID" sz="2800" dirty="0"/>
              <a:t>. </a:t>
            </a:r>
            <a:r>
              <a:rPr lang="en-ID" sz="2800" dirty="0" err="1"/>
              <a:t>Algoritme</a:t>
            </a:r>
            <a:r>
              <a:rPr lang="en-ID" sz="2800" dirty="0"/>
              <a:t> </a:t>
            </a:r>
            <a:r>
              <a:rPr lang="en-ID" sz="2800" dirty="0" err="1"/>
              <a:t>ini</a:t>
            </a:r>
            <a:r>
              <a:rPr lang="en-ID" sz="2800" dirty="0"/>
              <a:t> </a:t>
            </a:r>
            <a:r>
              <a:rPr lang="en-ID" sz="2800" dirty="0" err="1"/>
              <a:t>membantu</a:t>
            </a:r>
            <a:r>
              <a:rPr lang="en-ID" sz="2800" dirty="0"/>
              <a:t> </a:t>
            </a:r>
            <a:r>
              <a:rPr lang="en-ID" sz="2800" dirty="0" err="1"/>
              <a:t>mengembangkan</a:t>
            </a:r>
            <a:r>
              <a:rPr lang="en-ID" sz="2800" dirty="0"/>
              <a:t> </a:t>
            </a:r>
            <a:r>
              <a:rPr lang="en-ID" sz="2800" dirty="0" err="1"/>
              <a:t>cara</a:t>
            </a:r>
            <a:r>
              <a:rPr lang="en-ID" sz="2800" dirty="0"/>
              <a:t> </a:t>
            </a:r>
            <a:r>
              <a:rPr lang="en-ID" sz="2800" dirty="0" err="1"/>
              <a:t>baru</a:t>
            </a:r>
            <a:r>
              <a:rPr lang="en-ID" sz="2800" dirty="0"/>
              <a:t> </a:t>
            </a:r>
            <a:r>
              <a:rPr lang="en-ID" sz="2800" dirty="0" err="1"/>
              <a:t>untuk</a:t>
            </a:r>
            <a:r>
              <a:rPr lang="en-ID" sz="2800" dirty="0"/>
              <a:t> </a:t>
            </a:r>
            <a:r>
              <a:rPr lang="en-ID" sz="2800" dirty="0" err="1"/>
              <a:t>mencari</a:t>
            </a:r>
            <a:r>
              <a:rPr lang="en-ID" sz="2800" dirty="0"/>
              <a:t>, </a:t>
            </a:r>
            <a:r>
              <a:rPr lang="en-ID" sz="2800" dirty="0" err="1"/>
              <a:t>menelusuri</a:t>
            </a:r>
            <a:r>
              <a:rPr lang="en-ID" sz="2800" dirty="0"/>
              <a:t>, dan </a:t>
            </a:r>
            <a:r>
              <a:rPr lang="en-ID" sz="2800" dirty="0" err="1"/>
              <a:t>meringkas</a:t>
            </a:r>
            <a:r>
              <a:rPr lang="en-ID" sz="2800" dirty="0"/>
              <a:t> </a:t>
            </a:r>
            <a:r>
              <a:rPr lang="en-ID" sz="2800" dirty="0" err="1"/>
              <a:t>arsip</a:t>
            </a:r>
            <a:r>
              <a:rPr lang="en-ID" sz="2800" dirty="0"/>
              <a:t> </a:t>
            </a:r>
            <a:r>
              <a:rPr lang="en-ID" sz="2800" dirty="0" err="1"/>
              <a:t>teks</a:t>
            </a:r>
            <a:r>
              <a:rPr lang="en-ID" sz="2800" dirty="0"/>
              <a:t> </a:t>
            </a:r>
            <a:r>
              <a:rPr lang="en-ID" sz="2800" dirty="0" err="1"/>
              <a:t>berukuran</a:t>
            </a:r>
            <a:r>
              <a:rPr lang="en-ID" sz="2800" dirty="0"/>
              <a:t> </a:t>
            </a:r>
            <a:r>
              <a:rPr lang="en-ID" sz="2800" dirty="0" err="1"/>
              <a:t>besar</a:t>
            </a:r>
            <a:r>
              <a:rPr lang="en-ID" sz="2800" dirty="0"/>
              <a:t> [2]</a:t>
            </a:r>
            <a:endParaRPr lang="id-ID" sz="2800" dirty="0"/>
          </a:p>
          <a:p>
            <a:pPr algn="just"/>
            <a:r>
              <a:rPr lang="id-ID" sz="2800" dirty="0"/>
              <a:t>T</a:t>
            </a:r>
            <a:r>
              <a:rPr lang="en-ID" sz="2800" dirty="0" err="1"/>
              <a:t>opik</a:t>
            </a:r>
            <a:r>
              <a:rPr lang="id-ID" sz="2800" dirty="0"/>
              <a:t> modeling</a:t>
            </a:r>
            <a:r>
              <a:rPr lang="en-ID" sz="2800" dirty="0"/>
              <a:t> </a:t>
            </a:r>
            <a:r>
              <a:rPr lang="en-ID" sz="2800" dirty="0" err="1"/>
              <a:t>menyediakan</a:t>
            </a:r>
            <a:r>
              <a:rPr lang="en-ID" sz="2800" dirty="0"/>
              <a:t> </a:t>
            </a:r>
            <a:r>
              <a:rPr lang="en-ID" sz="2800" dirty="0" err="1"/>
              <a:t>cara</a:t>
            </a:r>
            <a:r>
              <a:rPr lang="en-ID" sz="2800" dirty="0"/>
              <a:t> </a:t>
            </a:r>
            <a:r>
              <a:rPr lang="en-ID" sz="2800" dirty="0" err="1"/>
              <a:t>sederhana</a:t>
            </a:r>
            <a:r>
              <a:rPr lang="en-ID" sz="2800" dirty="0"/>
              <a:t> </a:t>
            </a:r>
            <a:r>
              <a:rPr lang="en-ID" sz="2800" dirty="0" err="1"/>
              <a:t>untuk</a:t>
            </a:r>
            <a:r>
              <a:rPr lang="en-ID" sz="2800" dirty="0"/>
              <a:t> </a:t>
            </a:r>
            <a:r>
              <a:rPr lang="en-ID" sz="2800" dirty="0" err="1"/>
              <a:t>menganalisis</a:t>
            </a:r>
            <a:r>
              <a:rPr lang="en-ID" sz="2800" dirty="0"/>
              <a:t> </a:t>
            </a:r>
            <a:r>
              <a:rPr lang="en-ID" sz="2800" dirty="0" err="1"/>
              <a:t>teks</a:t>
            </a:r>
            <a:r>
              <a:rPr lang="en-ID" sz="2800" dirty="0"/>
              <a:t> </a:t>
            </a:r>
            <a:r>
              <a:rPr lang="en-ID" sz="2800" dirty="0" err="1"/>
              <a:t>tak</a:t>
            </a:r>
            <a:r>
              <a:rPr lang="en-ID" sz="2800" dirty="0"/>
              <a:t> </a:t>
            </a:r>
            <a:r>
              <a:rPr lang="en-ID" sz="2800" dirty="0" err="1"/>
              <a:t>berlabel</a:t>
            </a:r>
            <a:r>
              <a:rPr lang="en-ID" sz="2800" dirty="0"/>
              <a:t> </a:t>
            </a:r>
            <a:r>
              <a:rPr lang="en-ID" sz="2800" dirty="0" err="1"/>
              <a:t>dalam</a:t>
            </a:r>
            <a:r>
              <a:rPr lang="en-ID" sz="2800" dirty="0"/>
              <a:t> </a:t>
            </a:r>
            <a:r>
              <a:rPr lang="en-ID" sz="2800" dirty="0" err="1"/>
              <a:t>jumlah</a:t>
            </a:r>
            <a:r>
              <a:rPr lang="en-ID" sz="2800" dirty="0"/>
              <a:t> </a:t>
            </a:r>
            <a:r>
              <a:rPr lang="en-ID" sz="2800" dirty="0" err="1"/>
              <a:t>besar</a:t>
            </a:r>
            <a:r>
              <a:rPr lang="en-ID" sz="2800" dirty="0"/>
              <a:t>. </a:t>
            </a:r>
            <a:r>
              <a:rPr lang="en-ID" sz="2800" dirty="0" err="1"/>
              <a:t>Sebuah</a:t>
            </a:r>
            <a:r>
              <a:rPr lang="en-ID" sz="2800" dirty="0"/>
              <a:t> "</a:t>
            </a:r>
            <a:r>
              <a:rPr lang="en-ID" sz="2800" dirty="0" err="1"/>
              <a:t>topik</a:t>
            </a:r>
            <a:r>
              <a:rPr lang="en-ID" sz="2800" dirty="0"/>
              <a:t>" </a:t>
            </a:r>
            <a:r>
              <a:rPr lang="en-ID" sz="2800" dirty="0" err="1"/>
              <a:t>terdiri</a:t>
            </a:r>
            <a:r>
              <a:rPr lang="en-ID" sz="2800" dirty="0"/>
              <a:t> </a:t>
            </a:r>
            <a:r>
              <a:rPr lang="en-ID" sz="2800" dirty="0" err="1"/>
              <a:t>dari</a:t>
            </a:r>
            <a:r>
              <a:rPr lang="en-ID" sz="2800" dirty="0"/>
              <a:t> </a:t>
            </a:r>
            <a:r>
              <a:rPr lang="en-ID" sz="2800" dirty="0" err="1"/>
              <a:t>sekelompok</a:t>
            </a:r>
            <a:r>
              <a:rPr lang="en-ID" sz="2800" dirty="0"/>
              <a:t> kata yang </a:t>
            </a:r>
            <a:r>
              <a:rPr lang="en-ID" sz="2800" dirty="0" err="1"/>
              <a:t>sering</a:t>
            </a:r>
            <a:r>
              <a:rPr lang="en-ID" sz="2800" dirty="0"/>
              <a:t> </a:t>
            </a:r>
            <a:r>
              <a:rPr lang="en-ID" sz="2800" dirty="0" err="1"/>
              <a:t>muncul</a:t>
            </a:r>
            <a:r>
              <a:rPr lang="en-ID" sz="2800" dirty="0"/>
              <a:t> </a:t>
            </a:r>
            <a:r>
              <a:rPr lang="en-ID" sz="2800" dirty="0" err="1"/>
              <a:t>bersamaan</a:t>
            </a:r>
            <a:r>
              <a:rPr lang="en-ID" sz="2800" dirty="0"/>
              <a:t>[3]</a:t>
            </a:r>
          </a:p>
        </p:txBody>
      </p:sp>
    </p:spTree>
    <p:extLst>
      <p:ext uri="{BB962C8B-B14F-4D97-AF65-F5344CB8AC3E}">
        <p14:creationId xmlns:p14="http://schemas.microsoft.com/office/powerpoint/2010/main" val="3613812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Apa itu topic modeling?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43B769-88B3-4B02-A65F-028138165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id-ID" sz="2800" dirty="0"/>
              <a:t>M</a:t>
            </a:r>
            <a:r>
              <a:rPr lang="en-ID" sz="2800" dirty="0" err="1"/>
              <a:t>engelompokkan</a:t>
            </a:r>
            <a:r>
              <a:rPr lang="en-ID" sz="2800" dirty="0"/>
              <a:t> data </a:t>
            </a:r>
            <a:r>
              <a:rPr lang="en-ID" sz="2800" dirty="0" err="1"/>
              <a:t>teks</a:t>
            </a:r>
            <a:r>
              <a:rPr lang="en-ID" sz="2800" dirty="0"/>
              <a:t> </a:t>
            </a:r>
            <a:r>
              <a:rPr lang="en-ID" sz="2800" dirty="0" err="1"/>
              <a:t>berdasarkan</a:t>
            </a:r>
            <a:r>
              <a:rPr lang="en-ID" sz="2800" dirty="0"/>
              <a:t> </a:t>
            </a:r>
            <a:r>
              <a:rPr lang="en-ID" sz="2800" dirty="0" err="1"/>
              <a:t>suatu</a:t>
            </a:r>
            <a:r>
              <a:rPr lang="en-ID" sz="2800" dirty="0"/>
              <a:t> </a:t>
            </a:r>
            <a:r>
              <a:rPr lang="en-ID" sz="2800" dirty="0" err="1"/>
              <a:t>topik</a:t>
            </a:r>
            <a:r>
              <a:rPr lang="en-ID" sz="2800" dirty="0"/>
              <a:t> </a:t>
            </a:r>
            <a:r>
              <a:rPr lang="en-ID" sz="2800" dirty="0" err="1"/>
              <a:t>tertentu</a:t>
            </a:r>
            <a:r>
              <a:rPr lang="en-ID" sz="2800" dirty="0"/>
              <a:t>. Cara </a:t>
            </a:r>
            <a:r>
              <a:rPr lang="en-ID" sz="2800" dirty="0" err="1"/>
              <a:t>kerja</a:t>
            </a:r>
            <a:r>
              <a:rPr lang="en-ID" sz="2800" dirty="0"/>
              <a:t> </a:t>
            </a:r>
            <a:r>
              <a:rPr lang="en-ID" sz="2800" dirty="0" err="1"/>
              <a:t>topik</a:t>
            </a:r>
            <a:r>
              <a:rPr lang="en-ID" sz="2800" dirty="0"/>
              <a:t> modelling </a:t>
            </a:r>
            <a:r>
              <a:rPr lang="en-ID" sz="2800" dirty="0" err="1"/>
              <a:t>seperti</a:t>
            </a:r>
            <a:r>
              <a:rPr lang="en-ID" sz="2800" dirty="0"/>
              <a:t> clustering, </a:t>
            </a:r>
            <a:r>
              <a:rPr lang="en-ID" sz="2800" dirty="0" err="1"/>
              <a:t>dikatakan</a:t>
            </a:r>
            <a:r>
              <a:rPr lang="en-ID" sz="2800" dirty="0"/>
              <a:t> </a:t>
            </a:r>
            <a:r>
              <a:rPr lang="en-ID" sz="2800" dirty="0" err="1"/>
              <a:t>seperti</a:t>
            </a:r>
            <a:r>
              <a:rPr lang="en-ID" sz="2800" dirty="0"/>
              <a:t> clustering karena </a:t>
            </a:r>
            <a:r>
              <a:rPr lang="en-ID" sz="2800" dirty="0" err="1"/>
              <a:t>mengelompokkan</a:t>
            </a:r>
            <a:r>
              <a:rPr lang="en-ID" sz="2800" dirty="0"/>
              <a:t> </a:t>
            </a:r>
            <a:r>
              <a:rPr lang="en-ID" sz="2800" dirty="0" err="1"/>
              <a:t>dokumen</a:t>
            </a:r>
            <a:r>
              <a:rPr lang="en-ID" sz="2800" dirty="0"/>
              <a:t> </a:t>
            </a:r>
            <a:r>
              <a:rPr lang="en-ID" sz="2800" dirty="0" err="1"/>
              <a:t>berdasarkan</a:t>
            </a:r>
            <a:r>
              <a:rPr lang="en-ID" sz="2800" dirty="0"/>
              <a:t> </a:t>
            </a:r>
            <a:r>
              <a:rPr lang="en-ID" sz="2800" dirty="0" err="1"/>
              <a:t>kemiripannya</a:t>
            </a:r>
            <a:r>
              <a:rPr lang="en-ID" sz="2800" dirty="0"/>
              <a:t>. Topic Modelling </a:t>
            </a:r>
            <a:r>
              <a:rPr lang="en-ID" sz="2800" dirty="0" err="1"/>
              <a:t>termasuk</a:t>
            </a:r>
            <a:r>
              <a:rPr lang="en-ID" sz="2800" dirty="0"/>
              <a:t> unsupervised learning karena data yang </a:t>
            </a:r>
            <a:r>
              <a:rPr lang="en-ID" sz="2800" dirty="0" err="1"/>
              <a:t>digunakan</a:t>
            </a:r>
            <a:r>
              <a:rPr lang="en-ID" sz="2800" dirty="0"/>
              <a:t> </a:t>
            </a:r>
            <a:r>
              <a:rPr lang="en-ID" sz="2800" dirty="0" err="1"/>
              <a:t>tidak</a:t>
            </a:r>
            <a:r>
              <a:rPr lang="en-ID" sz="2800" dirty="0"/>
              <a:t> </a:t>
            </a:r>
            <a:r>
              <a:rPr lang="en-ID" sz="2800" dirty="0" err="1"/>
              <a:t>memiliki</a:t>
            </a:r>
            <a:r>
              <a:rPr lang="en-ID" sz="2800" dirty="0"/>
              <a:t> label.</a:t>
            </a:r>
            <a:endParaRPr lang="id-ID" sz="2800" dirty="0"/>
          </a:p>
          <a:p>
            <a:pPr marL="0" indent="0" algn="just">
              <a:buNone/>
            </a:pPr>
            <a:endParaRPr lang="id-ID" sz="2800" dirty="0"/>
          </a:p>
          <a:p>
            <a:pPr marL="0" indent="0" algn="just">
              <a:buNone/>
            </a:pPr>
            <a:r>
              <a:rPr lang="id-ID" sz="2800" dirty="0"/>
              <a:t>S</a:t>
            </a:r>
            <a:r>
              <a:rPr lang="en-ID" sz="2800" dirty="0" err="1"/>
              <a:t>alah</a:t>
            </a:r>
            <a:r>
              <a:rPr lang="en-ID" sz="2800" dirty="0"/>
              <a:t> </a:t>
            </a:r>
            <a:r>
              <a:rPr lang="en-ID" sz="2800" dirty="0" err="1"/>
              <a:t>satu</a:t>
            </a:r>
            <a:r>
              <a:rPr lang="en-ID" sz="2800" dirty="0"/>
              <a:t> </a:t>
            </a:r>
            <a:r>
              <a:rPr lang="en-ID" sz="2800" dirty="0" err="1"/>
              <a:t>metode</a:t>
            </a:r>
            <a:r>
              <a:rPr lang="en-ID" sz="2800" dirty="0"/>
              <a:t> Topic </a:t>
            </a:r>
            <a:r>
              <a:rPr lang="en-ID" sz="2800" dirty="0" err="1"/>
              <a:t>Modeling</a:t>
            </a:r>
            <a:r>
              <a:rPr lang="en-ID" sz="2800" dirty="0"/>
              <a:t> </a:t>
            </a:r>
            <a:r>
              <a:rPr lang="en-ID" sz="2800" dirty="0" err="1"/>
              <a:t>adalah</a:t>
            </a:r>
            <a:r>
              <a:rPr lang="en-ID" sz="2800" dirty="0"/>
              <a:t> </a:t>
            </a:r>
            <a:r>
              <a:rPr lang="en-ID" sz="2800" dirty="0" err="1"/>
              <a:t>dengan</a:t>
            </a:r>
            <a:r>
              <a:rPr lang="en-ID" sz="2800" dirty="0"/>
              <a:t> </a:t>
            </a:r>
            <a:r>
              <a:rPr lang="en-ID" sz="2800" dirty="0" err="1"/>
              <a:t>menggunakan</a:t>
            </a:r>
            <a:r>
              <a:rPr lang="en-ID" sz="2800" dirty="0"/>
              <a:t> </a:t>
            </a:r>
            <a:r>
              <a:rPr lang="en-ID" sz="2800" dirty="0" err="1"/>
              <a:t>metode</a:t>
            </a:r>
            <a:r>
              <a:rPr lang="en-ID" sz="2800" dirty="0"/>
              <a:t> </a:t>
            </a:r>
            <a:r>
              <a:rPr lang="en-ID" sz="2800" b="1" dirty="0"/>
              <a:t>Latent Dirichlet Allocation (LDA)</a:t>
            </a:r>
          </a:p>
        </p:txBody>
      </p:sp>
    </p:spTree>
    <p:extLst>
      <p:ext uri="{BB962C8B-B14F-4D97-AF65-F5344CB8AC3E}">
        <p14:creationId xmlns:p14="http://schemas.microsoft.com/office/powerpoint/2010/main" val="4029290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LDA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60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Latent Dirichlet Allocation (LDA)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43B769-88B3-4B02-A65F-028138165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sz="2800" dirty="0"/>
              <a:t>LDA </a:t>
            </a:r>
            <a:r>
              <a:rPr lang="en-ID" sz="2800" dirty="0" err="1"/>
              <a:t>pertama</a:t>
            </a:r>
            <a:r>
              <a:rPr lang="en-ID" sz="2800" dirty="0"/>
              <a:t> kali </a:t>
            </a:r>
            <a:r>
              <a:rPr lang="en-ID" sz="2800" dirty="0" err="1"/>
              <a:t>diperkenalkan</a:t>
            </a:r>
            <a:r>
              <a:rPr lang="en-ID" sz="2800" dirty="0"/>
              <a:t> oleh </a:t>
            </a:r>
            <a:r>
              <a:rPr lang="en-ID" sz="2800" dirty="0" err="1"/>
              <a:t>Blei</a:t>
            </a:r>
            <a:r>
              <a:rPr lang="en-ID" sz="2800" dirty="0"/>
              <a:t>, Ng dan Jordan pada </a:t>
            </a:r>
            <a:r>
              <a:rPr lang="en-ID" sz="2800" dirty="0" err="1"/>
              <a:t>tahun</a:t>
            </a:r>
            <a:r>
              <a:rPr lang="en-ID" sz="2800" dirty="0"/>
              <a:t> 2003, </a:t>
            </a:r>
            <a:r>
              <a:rPr lang="en-ID" sz="2800" dirty="0" err="1"/>
              <a:t>adalah</a:t>
            </a:r>
            <a:r>
              <a:rPr lang="en-ID" sz="2800" dirty="0"/>
              <a:t> salah </a:t>
            </a:r>
            <a:r>
              <a:rPr lang="en-ID" sz="2800" dirty="0" err="1"/>
              <a:t>satu</a:t>
            </a:r>
            <a:r>
              <a:rPr lang="en-ID" sz="2800" dirty="0"/>
              <a:t> </a:t>
            </a:r>
            <a:r>
              <a:rPr lang="en-ID" sz="2800" dirty="0" err="1"/>
              <a:t>metode</a:t>
            </a:r>
            <a:r>
              <a:rPr lang="en-ID" sz="2800" dirty="0"/>
              <a:t> paling </a:t>
            </a:r>
            <a:r>
              <a:rPr lang="en-ID" sz="2800" dirty="0" err="1"/>
              <a:t>populer</a:t>
            </a:r>
            <a:r>
              <a:rPr lang="en-ID" sz="2800" dirty="0"/>
              <a:t> </a:t>
            </a:r>
            <a:r>
              <a:rPr lang="en-ID" sz="2800" dirty="0" err="1"/>
              <a:t>dalam</a:t>
            </a:r>
            <a:r>
              <a:rPr lang="en-ID" sz="2800" dirty="0"/>
              <a:t> </a:t>
            </a:r>
            <a:r>
              <a:rPr lang="en-ID" sz="2800" dirty="0" err="1"/>
              <a:t>pemodelan</a:t>
            </a:r>
            <a:r>
              <a:rPr lang="en-ID" sz="2800" dirty="0"/>
              <a:t> </a:t>
            </a:r>
            <a:r>
              <a:rPr lang="en-ID" sz="2800" dirty="0" err="1"/>
              <a:t>topik</a:t>
            </a:r>
            <a:r>
              <a:rPr lang="en-ID" sz="2800" dirty="0"/>
              <a:t>. </a:t>
            </a:r>
            <a:endParaRPr lang="id-ID" sz="2800" dirty="0"/>
          </a:p>
          <a:p>
            <a:pPr marL="0" indent="0">
              <a:buNone/>
            </a:pPr>
            <a:endParaRPr lang="id-ID" sz="2800" dirty="0"/>
          </a:p>
          <a:p>
            <a:pPr marL="0" indent="0">
              <a:buNone/>
            </a:pPr>
            <a:r>
              <a:rPr lang="en-ID" sz="2800" dirty="0"/>
              <a:t>(Putra &amp; </a:t>
            </a:r>
            <a:r>
              <a:rPr lang="en-ID" sz="2800" dirty="0" err="1"/>
              <a:t>Kusumawardani</a:t>
            </a:r>
            <a:r>
              <a:rPr lang="en-ID" sz="2800" dirty="0"/>
              <a:t>, 2017) </a:t>
            </a:r>
            <a:r>
              <a:rPr lang="en-ID" sz="2800" dirty="0" err="1"/>
              <a:t>mengatakan</a:t>
            </a:r>
            <a:r>
              <a:rPr lang="en-ID" sz="2800" dirty="0"/>
              <a:t> </a:t>
            </a:r>
            <a:r>
              <a:rPr lang="en-ID" sz="2800" dirty="0" err="1"/>
              <a:t>bahwa</a:t>
            </a:r>
            <a:r>
              <a:rPr lang="en-ID" sz="2800" dirty="0"/>
              <a:t> LDA </a:t>
            </a:r>
            <a:r>
              <a:rPr lang="en-ID" sz="2800" dirty="0" err="1"/>
              <a:t>dapat</a:t>
            </a:r>
            <a:r>
              <a:rPr lang="en-ID" sz="2800" dirty="0"/>
              <a:t> </a:t>
            </a:r>
            <a:r>
              <a:rPr lang="en-ID" sz="2800" dirty="0" err="1"/>
              <a:t>digunakan</a:t>
            </a:r>
            <a:r>
              <a:rPr lang="en-ID" sz="2800" dirty="0"/>
              <a:t> </a:t>
            </a:r>
            <a:r>
              <a:rPr lang="en-ID" sz="2800" dirty="0" err="1"/>
              <a:t>untuk</a:t>
            </a:r>
            <a:r>
              <a:rPr lang="en-ID" sz="2800" dirty="0"/>
              <a:t> </a:t>
            </a:r>
            <a:r>
              <a:rPr lang="en-ID" sz="2800" dirty="0" err="1"/>
              <a:t>meringkas</a:t>
            </a:r>
            <a:r>
              <a:rPr lang="en-ID" sz="2800" dirty="0"/>
              <a:t>, </a:t>
            </a:r>
            <a:r>
              <a:rPr lang="en-ID" sz="2800" dirty="0" err="1"/>
              <a:t>melakukan</a:t>
            </a:r>
            <a:r>
              <a:rPr lang="en-ID" sz="2800" dirty="0"/>
              <a:t> </a:t>
            </a:r>
            <a:r>
              <a:rPr lang="en-ID" sz="2800" dirty="0" err="1"/>
              <a:t>klasterisasi</a:t>
            </a:r>
            <a:r>
              <a:rPr lang="en-ID" sz="2800" dirty="0"/>
              <a:t>, </a:t>
            </a:r>
            <a:r>
              <a:rPr lang="en-ID" sz="2800" dirty="0" err="1"/>
              <a:t>menghubungkan</a:t>
            </a:r>
            <a:r>
              <a:rPr lang="en-ID" sz="2800" dirty="0"/>
              <a:t> </a:t>
            </a:r>
            <a:r>
              <a:rPr lang="en-ID" sz="2800" dirty="0" err="1"/>
              <a:t>maupun</a:t>
            </a:r>
            <a:r>
              <a:rPr lang="en-ID" sz="2800" dirty="0"/>
              <a:t> </a:t>
            </a:r>
            <a:r>
              <a:rPr lang="en-ID" sz="2800" dirty="0" err="1"/>
              <a:t>memproses</a:t>
            </a:r>
            <a:r>
              <a:rPr lang="en-ID" sz="2800" dirty="0"/>
              <a:t> data yang sangat </a:t>
            </a:r>
            <a:r>
              <a:rPr lang="en-ID" sz="2800" dirty="0" err="1"/>
              <a:t>besar</a:t>
            </a:r>
            <a:r>
              <a:rPr lang="en-ID" sz="2800" dirty="0"/>
              <a:t> karena LDA </a:t>
            </a:r>
            <a:r>
              <a:rPr lang="en-ID" sz="2800" dirty="0" err="1"/>
              <a:t>menghasilkan</a:t>
            </a:r>
            <a:r>
              <a:rPr lang="en-ID" sz="2800" dirty="0"/>
              <a:t> daftar </a:t>
            </a:r>
            <a:r>
              <a:rPr lang="en-ID" sz="2800" dirty="0" err="1"/>
              <a:t>topik</a:t>
            </a:r>
            <a:r>
              <a:rPr lang="en-ID" sz="2800" dirty="0"/>
              <a:t> yang </a:t>
            </a:r>
            <a:r>
              <a:rPr lang="en-ID" sz="2800" dirty="0" err="1"/>
              <a:t>diberi</a:t>
            </a:r>
            <a:r>
              <a:rPr lang="en-ID" sz="2800" dirty="0"/>
              <a:t> </a:t>
            </a:r>
            <a:r>
              <a:rPr lang="en-ID" sz="2800" dirty="0" err="1"/>
              <a:t>bobot</a:t>
            </a:r>
            <a:r>
              <a:rPr lang="en-ID" sz="2800" dirty="0"/>
              <a:t> </a:t>
            </a:r>
            <a:r>
              <a:rPr lang="en-ID" sz="2800" dirty="0" err="1"/>
              <a:t>untuk</a:t>
            </a:r>
            <a:r>
              <a:rPr lang="en-ID" sz="2800" dirty="0"/>
              <a:t> masing-masing </a:t>
            </a:r>
            <a:r>
              <a:rPr lang="en-ID" sz="2800" dirty="0" err="1"/>
              <a:t>dokumen</a:t>
            </a:r>
            <a:r>
              <a:rPr lang="en-ID" sz="2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47619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Latent Dirichlet Allocation (LDA)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565A74-407F-4638-0F97-79A0B119D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028" y="1495628"/>
            <a:ext cx="6912768" cy="515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53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Tahapan Topic Modeling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529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Tahapan topic modeling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26F56A-C571-420B-1CE3-DC5DD7B17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661" y="2132856"/>
            <a:ext cx="9468933" cy="3141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267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772" y="620688"/>
            <a:ext cx="3351927" cy="1044600"/>
          </a:xfrm>
        </p:spPr>
        <p:txBody>
          <a:bodyPr>
            <a:normAutofit/>
          </a:bodyPr>
          <a:lstStyle/>
          <a:p>
            <a:r>
              <a:rPr lang="en-US" sz="3200" dirty="0"/>
              <a:t>P</a:t>
            </a:r>
            <a:r>
              <a:rPr lang="id-ID" sz="3200" dirty="0"/>
              <a:t>reprocessing</a:t>
            </a:r>
            <a:endParaRPr lang="en-US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1CF41D-FBCB-AFFE-9F0E-868D490AC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888" y="1772816"/>
            <a:ext cx="9433048" cy="4855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688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772" y="620688"/>
            <a:ext cx="3351927" cy="1044600"/>
          </a:xfrm>
        </p:spPr>
        <p:txBody>
          <a:bodyPr>
            <a:normAutofit/>
          </a:bodyPr>
          <a:lstStyle/>
          <a:p>
            <a:r>
              <a:rPr lang="en-US" sz="3200" dirty="0"/>
              <a:t>P</a:t>
            </a:r>
            <a:r>
              <a:rPr lang="id-ID" sz="3200" dirty="0"/>
              <a:t>reprocessing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FCBBF3-43D8-7B65-4309-8952F12B3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80" y="2060848"/>
            <a:ext cx="5997460" cy="37341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57A46B-C934-C5BE-B280-7A9A4879D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185" y="2720035"/>
            <a:ext cx="3360711" cy="24157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374CF8C4-FA8A-0DE7-2DC2-E19D3B2252CD}"/>
              </a:ext>
            </a:extLst>
          </p:cNvPr>
          <p:cNvSpPr/>
          <p:nvPr/>
        </p:nvSpPr>
        <p:spPr>
          <a:xfrm>
            <a:off x="6958508" y="3573016"/>
            <a:ext cx="1008112" cy="4320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84434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EA3906-5946-91CC-A395-5DF57609A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888" y="1772816"/>
            <a:ext cx="9037004" cy="448903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772" y="620688"/>
            <a:ext cx="3351927" cy="1044600"/>
          </a:xfrm>
        </p:spPr>
        <p:txBody>
          <a:bodyPr>
            <a:normAutofit/>
          </a:bodyPr>
          <a:lstStyle/>
          <a:p>
            <a:r>
              <a:rPr lang="en-US" sz="3200" dirty="0"/>
              <a:t>V</a:t>
            </a:r>
            <a:r>
              <a:rPr lang="id-ID" sz="3200" dirty="0"/>
              <a:t>ector Space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45499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772" y="620688"/>
            <a:ext cx="3351927" cy="1044600"/>
          </a:xfrm>
        </p:spPr>
        <p:txBody>
          <a:bodyPr>
            <a:normAutofit/>
          </a:bodyPr>
          <a:lstStyle/>
          <a:p>
            <a:r>
              <a:rPr lang="en-US" sz="3200" dirty="0"/>
              <a:t>V</a:t>
            </a:r>
            <a:r>
              <a:rPr lang="id-ID" sz="3200" dirty="0"/>
              <a:t>ector Space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D0D9EB-D686-D3FA-B644-3CBF7FCFB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0" y="2638988"/>
            <a:ext cx="5873841" cy="28803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812FE4-34A7-1FC5-5587-0B889A912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716" y="3861047"/>
            <a:ext cx="1008112" cy="4362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82A6C0-F8C4-D550-029A-2141E6933B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7583" y="3329326"/>
            <a:ext cx="5236262" cy="4253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FB79CC9-843D-1CCE-06FF-513AA6CD07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7583" y="4403653"/>
            <a:ext cx="5236262" cy="4362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A69A264-9A90-8396-FE9D-E6DD66DB0F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1395" y="4946259"/>
            <a:ext cx="4808637" cy="436201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D04FAC6C-491B-84BC-771A-E9AF67C28BD7}"/>
              </a:ext>
            </a:extLst>
          </p:cNvPr>
          <p:cNvSpPr/>
          <p:nvPr/>
        </p:nvSpPr>
        <p:spPr>
          <a:xfrm>
            <a:off x="6000061" y="3922734"/>
            <a:ext cx="814431" cy="4320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68895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772" y="620688"/>
            <a:ext cx="3351927" cy="1044600"/>
          </a:xfrm>
        </p:spPr>
        <p:txBody>
          <a:bodyPr>
            <a:normAutofit/>
          </a:bodyPr>
          <a:lstStyle/>
          <a:p>
            <a:r>
              <a:rPr lang="en-US" sz="3200" dirty="0"/>
              <a:t>G</a:t>
            </a:r>
            <a:r>
              <a:rPr lang="id-ID" sz="3200" dirty="0"/>
              <a:t>ensim Model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526595-47C7-4FF3-97B6-94A138339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916" y="1665288"/>
            <a:ext cx="8245555" cy="506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559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772" y="620688"/>
            <a:ext cx="3351927" cy="1044600"/>
          </a:xfrm>
        </p:spPr>
        <p:txBody>
          <a:bodyPr>
            <a:normAutofit/>
          </a:bodyPr>
          <a:lstStyle/>
          <a:p>
            <a:r>
              <a:rPr lang="en-US" sz="3200" dirty="0"/>
              <a:t>E</a:t>
            </a:r>
            <a:r>
              <a:rPr lang="id-ID" sz="3200" dirty="0"/>
              <a:t>valuasi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46A288-F8FE-5AD1-7819-2CA2FF917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052" y="609894"/>
            <a:ext cx="8746400" cy="5771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101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772" y="620688"/>
            <a:ext cx="5040560" cy="1044600"/>
          </a:xfrm>
        </p:spPr>
        <p:txBody>
          <a:bodyPr>
            <a:normAutofit/>
          </a:bodyPr>
          <a:lstStyle/>
          <a:p>
            <a:r>
              <a:rPr lang="en-US" sz="3200" dirty="0"/>
              <a:t>E</a:t>
            </a:r>
            <a:r>
              <a:rPr lang="id-ID" sz="3200" dirty="0"/>
              <a:t>valuasi (Interpretasi)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9FA3B7-917A-36E7-F390-D25CD11E5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960" y="1681778"/>
            <a:ext cx="8136904" cy="239874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967DC81-13FD-FE55-47E5-1956F93AA303}"/>
              </a:ext>
            </a:extLst>
          </p:cNvPr>
          <p:cNvSpPr txBox="1">
            <a:spLocks/>
          </p:cNvSpPr>
          <p:nvPr/>
        </p:nvSpPr>
        <p:spPr>
          <a:xfrm>
            <a:off x="1125860" y="4293096"/>
            <a:ext cx="9937104" cy="2398741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5000"/>
              </a:lnSpc>
              <a:spcBef>
                <a:spcPts val="1866"/>
              </a:spcBef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100000"/>
              <a:buFont typeface="Century Gothic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3797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9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64619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9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91264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9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78859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9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id-ID" sz="2000" dirty="0"/>
              <a:t>Ini berarti 10 kata kunci teratas yang berkontribusi pada topik 0 adalah: ‘makan’, ‘pedas’, ‘halal’, ‘korea’ .. dan seterusnya dan bobot ‘halal’ pada topik 0 adalah 0,075. Bobot mencerminkan betapa pentingnya kata kunci untuk topik itu.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37671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772" y="620688"/>
            <a:ext cx="5040560" cy="1044600"/>
          </a:xfrm>
        </p:spPr>
        <p:txBody>
          <a:bodyPr>
            <a:normAutofit/>
          </a:bodyPr>
          <a:lstStyle/>
          <a:p>
            <a:r>
              <a:rPr lang="en-US" sz="3200" dirty="0"/>
              <a:t>E</a:t>
            </a:r>
            <a:r>
              <a:rPr lang="id-ID" sz="3200" dirty="0"/>
              <a:t>valuasi (Interpretasi)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9FA3B7-917A-36E7-F390-D25CD11E5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960" y="1681778"/>
            <a:ext cx="8136904" cy="239874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967DC81-13FD-FE55-47E5-1956F93AA303}"/>
              </a:ext>
            </a:extLst>
          </p:cNvPr>
          <p:cNvSpPr txBox="1">
            <a:spLocks/>
          </p:cNvSpPr>
          <p:nvPr/>
        </p:nvSpPr>
        <p:spPr>
          <a:xfrm>
            <a:off x="1125860" y="4293096"/>
            <a:ext cx="9937104" cy="2398741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5000"/>
              </a:lnSpc>
              <a:spcBef>
                <a:spcPts val="1866"/>
              </a:spcBef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100000"/>
              <a:buFont typeface="Century Gothic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3797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9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64619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9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91264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9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78859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9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id-ID" sz="2000" dirty="0"/>
              <a:t>Topik 0 memiliki model dengan pembahasan masakan Korea, halal, memiliki rasa pedas. Tidak hanya itu,topik ini juga membahasa cafe yang nyaman, bagus, serta kekinian. Maka kelompok topik 2 isinya yaitu tentang kuliner/masakan luar negeri yang memiliki sertifikat halal di Yogyakarta.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99785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Praktik Topic Modeling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620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Link colab:</a:t>
            </a:r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2711BB2-88F0-339C-078B-F11E937691D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6619" b="16619"/>
          <a:stretch/>
        </p:blipFill>
        <p:spPr>
          <a:ln>
            <a:solidFill>
              <a:schemeClr val="accent1"/>
            </a:solidFill>
          </a:ln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https://colab.research.google.com/drive/1Y3KkJ-ojywIXyg0GhqMxm_zk8JLvf16h?usp=sharing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302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ooks 16x9">
  <a:themeElements>
    <a:clrScheme name="Books_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787940.potx" id="{9A4E33EC-D715-440E-9062-8AFA4CC9E341}" vid="{0DFBCB81-4ACA-49F1-BA1C-2B43B27F1FC4}"/>
    </a:ext>
  </a:extLst>
</a:theme>
</file>

<file path=ppt/theme/theme2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Blue bookstack presentation (widescreen)</Template>
  <TotalTime>455</TotalTime>
  <Words>454</Words>
  <Application>Microsoft Office PowerPoint</Application>
  <PresentationFormat>Custom</PresentationFormat>
  <Paragraphs>44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Century Gothic</vt:lpstr>
      <vt:lpstr>Books 16x9</vt:lpstr>
      <vt:lpstr> Topic Modeling</vt:lpstr>
      <vt:lpstr>Isi</vt:lpstr>
      <vt:lpstr>Konsep Dasar</vt:lpstr>
      <vt:lpstr>Apa itu topic modeling?</vt:lpstr>
      <vt:lpstr>Apa itu topic modeling?</vt:lpstr>
      <vt:lpstr>Apa itu topic modeling?</vt:lpstr>
      <vt:lpstr>LDA</vt:lpstr>
      <vt:lpstr>Latent Dirichlet Allocation (LDA)</vt:lpstr>
      <vt:lpstr>Latent Dirichlet Allocation (LDA)</vt:lpstr>
      <vt:lpstr>Tahapan Topic Modeling</vt:lpstr>
      <vt:lpstr>Tahapan topic modeling</vt:lpstr>
      <vt:lpstr>Preprocessing</vt:lpstr>
      <vt:lpstr>Preprocessing</vt:lpstr>
      <vt:lpstr>Vector Space</vt:lpstr>
      <vt:lpstr>Vector Space</vt:lpstr>
      <vt:lpstr>Gensim Model</vt:lpstr>
      <vt:lpstr>Evaluasi</vt:lpstr>
      <vt:lpstr>Evaluasi (Interpretasi)</vt:lpstr>
      <vt:lpstr>Evaluasi (Interpretasi)</vt:lpstr>
      <vt:lpstr>Praktik Topic Modeling</vt:lpstr>
      <vt:lpstr>Link colab: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Konsep Dasar Preprocessing Dokumen</dc:title>
  <dc:creator>Satria Bagus Panuntun</dc:creator>
  <cp:lastModifiedBy>Satria Bagus Panuntun</cp:lastModifiedBy>
  <cp:revision>4</cp:revision>
  <dcterms:created xsi:type="dcterms:W3CDTF">2023-09-26T01:30:40Z</dcterms:created>
  <dcterms:modified xsi:type="dcterms:W3CDTF">2024-01-04T08:06:19Z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